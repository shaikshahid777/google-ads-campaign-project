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AD1810-975B-1C20-27E3-6302AE66017C}" v="1" dt="2026-06-18T02:11:40.164"/>
    <p1510:client id="{EE32E8BD-3657-6E0C-572F-1FF12D9B9E82}" v="170" dt="2026-06-18T02:08:57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 shahid" userId="7ac04cda7fde599d" providerId="Windows Live" clId="Web-{ABB1C40D-E50A-1AD7-7210-F0694612F1D2}"/>
    <pc:docChg chg="modSld">
      <pc:chgData name="shaik shahid" userId="7ac04cda7fde599d" providerId="Windows Live" clId="Web-{ABB1C40D-E50A-1AD7-7210-F0694612F1D2}" dt="2026-06-18T02:14:03.970" v="17" actId="20577"/>
      <pc:docMkLst>
        <pc:docMk/>
      </pc:docMkLst>
      <pc:sldChg chg="modSp">
        <pc:chgData name="shaik shahid" userId="7ac04cda7fde599d" providerId="Windows Live" clId="Web-{ABB1C40D-E50A-1AD7-7210-F0694612F1D2}" dt="2026-06-18T02:14:03.970" v="17" actId="20577"/>
        <pc:sldMkLst>
          <pc:docMk/>
          <pc:sldMk cId="3500857237" sldId="258"/>
        </pc:sldMkLst>
        <pc:graphicFrameChg chg="modGraphic">
          <ac:chgData name="shaik shahid" userId="7ac04cda7fde599d" providerId="Windows Live" clId="Web-{ABB1C40D-E50A-1AD7-7210-F0694612F1D2}" dt="2026-06-18T02:14:03.970" v="17" actId="20577"/>
          <ac:graphicFrameMkLst>
            <pc:docMk/>
            <pc:sldMk cId="3500857237" sldId="258"/>
            <ac:graphicFrameMk id="42" creationId="{4C3AC85C-54FE-E4D0-47D8-A37F475E59A1}"/>
          </ac:graphicFrameMkLst>
        </pc:graphicFrameChg>
      </pc:sldChg>
    </pc:docChg>
  </pc:docChgLst>
  <pc:docChgLst>
    <pc:chgData name="shaik shahid" userId="7ac04cda7fde599d" providerId="Windows Live" clId="Web-{EE32E8BD-3657-6E0C-572F-1FF12D9B9E82}"/>
    <pc:docChg chg="addSld modSld addMainMaster delMainMaster">
      <pc:chgData name="shaik shahid" userId="7ac04cda7fde599d" providerId="Windows Live" clId="Web-{EE32E8BD-3657-6E0C-572F-1FF12D9B9E82}" dt="2026-06-18T02:08:57.664" v="224"/>
      <pc:docMkLst>
        <pc:docMk/>
      </pc:docMkLst>
      <pc:sldChg chg="addSp delSp modSp mod setBg modClrScheme setClrOvrMap chgLayout">
        <pc:chgData name="shaik shahid" userId="7ac04cda7fde599d" providerId="Windows Live" clId="Web-{EE32E8BD-3657-6E0C-572F-1FF12D9B9E82}" dt="2026-06-18T01:32:01.643" v="11"/>
        <pc:sldMkLst>
          <pc:docMk/>
          <pc:sldMk cId="109857222" sldId="256"/>
        </pc:sldMkLst>
        <pc:spChg chg="mod">
          <ac:chgData name="shaik shahid" userId="7ac04cda7fde599d" providerId="Windows Live" clId="Web-{EE32E8BD-3657-6E0C-572F-1FF12D9B9E82}" dt="2026-06-18T01:32:01.643" v="11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haik shahid" userId="7ac04cda7fde599d" providerId="Windows Live" clId="Web-{EE32E8BD-3657-6E0C-572F-1FF12D9B9E82}" dt="2026-06-18T01:32:01.643" v="11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shaik shahid" userId="7ac04cda7fde599d" providerId="Windows Live" clId="Web-{EE32E8BD-3657-6E0C-572F-1FF12D9B9E82}" dt="2026-06-18T01:31:12.266" v="4"/>
          <ac:spMkLst>
            <pc:docMk/>
            <pc:sldMk cId="109857222" sldId="256"/>
            <ac:spMk id="8" creationId="{6DA65B90-7B06-4499-91BA-CDDD36132481}"/>
          </ac:spMkLst>
        </pc:spChg>
        <pc:spChg chg="add del">
          <ac:chgData name="shaik shahid" userId="7ac04cda7fde599d" providerId="Windows Live" clId="Web-{EE32E8BD-3657-6E0C-572F-1FF12D9B9E82}" dt="2026-06-18T01:31:12.266" v="4"/>
          <ac:spMkLst>
            <pc:docMk/>
            <pc:sldMk cId="109857222" sldId="256"/>
            <ac:spMk id="10" creationId="{7D26A892-10DB-4D8F-8589-C84BC532811C}"/>
          </ac:spMkLst>
        </pc:spChg>
        <pc:spChg chg="add del">
          <ac:chgData name="shaik shahid" userId="7ac04cda7fde599d" providerId="Windows Live" clId="Web-{EE32E8BD-3657-6E0C-572F-1FF12D9B9E82}" dt="2026-06-18T01:31:12.266" v="4"/>
          <ac:spMkLst>
            <pc:docMk/>
            <pc:sldMk cId="109857222" sldId="256"/>
            <ac:spMk id="12" creationId="{3E91BD27-0A21-43ED-80E7-0A40F57C8087}"/>
          </ac:spMkLst>
        </pc:spChg>
        <pc:spChg chg="add del">
          <ac:chgData name="shaik shahid" userId="7ac04cda7fde599d" providerId="Windows Live" clId="Web-{EE32E8BD-3657-6E0C-572F-1FF12D9B9E82}" dt="2026-06-18T01:31:28.970" v="6"/>
          <ac:spMkLst>
            <pc:docMk/>
            <pc:sldMk cId="109857222" sldId="256"/>
            <ac:spMk id="14" creationId="{FC93FC6D-7624-42FA-B1D8-28E57918A84F}"/>
          </ac:spMkLst>
        </pc:spChg>
        <pc:spChg chg="add del">
          <ac:chgData name="shaik shahid" userId="7ac04cda7fde599d" providerId="Windows Live" clId="Web-{EE32E8BD-3657-6E0C-572F-1FF12D9B9E82}" dt="2026-06-18T01:31:28.970" v="6"/>
          <ac:spMkLst>
            <pc:docMk/>
            <pc:sldMk cId="109857222" sldId="256"/>
            <ac:spMk id="15" creationId="{BA6285CA-6AFA-4F27-AFB5-1B32CDE09B1A}"/>
          </ac:spMkLst>
        </pc:spChg>
        <pc:spChg chg="add del">
          <ac:chgData name="shaik shahid" userId="7ac04cda7fde599d" providerId="Windows Live" clId="Web-{EE32E8BD-3657-6E0C-572F-1FF12D9B9E82}" dt="2026-06-18T01:31:28.970" v="6"/>
          <ac:spMkLst>
            <pc:docMk/>
            <pc:sldMk cId="109857222" sldId="256"/>
            <ac:spMk id="16" creationId="{AACFA93B-C64D-4B23-B6C7-B7F4F9E2A061}"/>
          </ac:spMkLst>
        </pc:spChg>
        <pc:spChg chg="add del">
          <ac:chgData name="shaik shahid" userId="7ac04cda7fde599d" providerId="Windows Live" clId="Web-{EE32E8BD-3657-6E0C-572F-1FF12D9B9E82}" dt="2026-06-18T01:31:28.970" v="6"/>
          <ac:spMkLst>
            <pc:docMk/>
            <pc:sldMk cId="109857222" sldId="256"/>
            <ac:spMk id="17" creationId="{48C51051-00C6-4086-8FE0-DE7EDBF5A02F}"/>
          </ac:spMkLst>
        </pc:spChg>
        <pc:spChg chg="add del">
          <ac:chgData name="shaik shahid" userId="7ac04cda7fde599d" providerId="Windows Live" clId="Web-{EE32E8BD-3657-6E0C-572F-1FF12D9B9E82}" dt="2026-06-18T01:31:28.970" v="6"/>
          <ac:spMkLst>
            <pc:docMk/>
            <pc:sldMk cId="109857222" sldId="256"/>
            <ac:spMk id="48" creationId="{DE6FA2BA-220F-4070-A46C-D437A6D2421C}"/>
          </ac:spMkLst>
        </pc:spChg>
        <pc:spChg chg="add del">
          <ac:chgData name="shaik shahid" userId="7ac04cda7fde599d" providerId="Windows Live" clId="Web-{EE32E8BD-3657-6E0C-572F-1FF12D9B9E82}" dt="2026-06-18T01:31:36.439" v="8"/>
          <ac:spMkLst>
            <pc:docMk/>
            <pc:sldMk cId="109857222" sldId="256"/>
            <ac:spMk id="50" creationId="{19F9BF86-FE94-4517-B97D-026C7515E589}"/>
          </ac:spMkLst>
        </pc:spChg>
        <pc:spChg chg="add del">
          <ac:chgData name="shaik shahid" userId="7ac04cda7fde599d" providerId="Windows Live" clId="Web-{EE32E8BD-3657-6E0C-572F-1FF12D9B9E82}" dt="2026-06-18T01:32:01.643" v="11"/>
          <ac:spMkLst>
            <pc:docMk/>
            <pc:sldMk cId="109857222" sldId="256"/>
            <ac:spMk id="53" creationId="{F456DBD1-1048-5A22-C973-3E5FA83F57BA}"/>
          </ac:spMkLst>
        </pc:spChg>
        <pc:spChg chg="add">
          <ac:chgData name="shaik shahid" userId="7ac04cda7fde599d" providerId="Windows Live" clId="Web-{EE32E8BD-3657-6E0C-572F-1FF12D9B9E82}" dt="2026-06-18T01:32:01.643" v="11"/>
          <ac:spMkLst>
            <pc:docMk/>
            <pc:sldMk cId="109857222" sldId="256"/>
            <ac:spMk id="58" creationId="{DEF92653-5D6D-47E6-8744-0DAF76E049C4}"/>
          </ac:spMkLst>
        </pc:spChg>
        <pc:grpChg chg="add del">
          <ac:chgData name="shaik shahid" userId="7ac04cda7fde599d" providerId="Windows Live" clId="Web-{EE32E8BD-3657-6E0C-572F-1FF12D9B9E82}" dt="2026-06-18T01:31:28.970" v="6"/>
          <ac:grpSpMkLst>
            <pc:docMk/>
            <pc:sldMk cId="109857222" sldId="256"/>
            <ac:grpSpMk id="18" creationId="{E8BBA9B4-EF00-4579-A73A-061C5F902438}"/>
          </ac:grpSpMkLst>
        </pc:grpChg>
        <pc:cxnChg chg="add del">
          <ac:chgData name="shaik shahid" userId="7ac04cda7fde599d" providerId="Windows Live" clId="Web-{EE32E8BD-3657-6E0C-572F-1FF12D9B9E82}" dt="2026-06-18T01:31:36.439" v="8"/>
          <ac:cxnSpMkLst>
            <pc:docMk/>
            <pc:sldMk cId="109857222" sldId="256"/>
            <ac:cxnSpMk id="51" creationId="{59D7B6BE-A4E0-4483-BEC5-493AC3E5D2AD}"/>
          </ac:cxnSpMkLst>
        </pc:cxnChg>
        <pc:cxnChg chg="add">
          <ac:chgData name="shaik shahid" userId="7ac04cda7fde599d" providerId="Windows Live" clId="Web-{EE32E8BD-3657-6E0C-572F-1FF12D9B9E82}" dt="2026-06-18T01:32:01.643" v="11"/>
          <ac:cxnSpMkLst>
            <pc:docMk/>
            <pc:sldMk cId="109857222" sldId="256"/>
            <ac:cxnSpMk id="60" creationId="{9CA98CE3-81A7-4FFE-A047-9AA65998D877}"/>
          </ac:cxnSpMkLst>
        </pc:cxnChg>
        <pc:cxnChg chg="add">
          <ac:chgData name="shaik shahid" userId="7ac04cda7fde599d" providerId="Windows Live" clId="Web-{EE32E8BD-3657-6E0C-572F-1FF12D9B9E82}" dt="2026-06-18T01:32:01.643" v="11"/>
          <ac:cxnSpMkLst>
            <pc:docMk/>
            <pc:sldMk cId="109857222" sldId="256"/>
            <ac:cxnSpMk id="62" creationId="{18D91C2B-BDB9-49BE-9C44-E0CFE597ABFE}"/>
          </ac:cxnSpMkLst>
        </pc:cxnChg>
      </pc:sldChg>
      <pc:sldChg chg="addSp delSp modSp new mod setBg">
        <pc:chgData name="shaik shahid" userId="7ac04cda7fde599d" providerId="Windows Live" clId="Web-{EE32E8BD-3657-6E0C-572F-1FF12D9B9E82}" dt="2026-06-18T01:35:34.557" v="43"/>
        <pc:sldMkLst>
          <pc:docMk/>
          <pc:sldMk cId="3578600550" sldId="257"/>
        </pc:sldMkLst>
        <pc:spChg chg="mod">
          <ac:chgData name="shaik shahid" userId="7ac04cda7fde599d" providerId="Windows Live" clId="Web-{EE32E8BD-3657-6E0C-572F-1FF12D9B9E82}" dt="2026-06-18T01:35:34.557" v="43"/>
          <ac:spMkLst>
            <pc:docMk/>
            <pc:sldMk cId="3578600550" sldId="257"/>
            <ac:spMk id="2" creationId="{403D7588-F63C-CA3B-09E5-747A5566D945}"/>
          </ac:spMkLst>
        </pc:spChg>
        <pc:spChg chg="mod">
          <ac:chgData name="shaik shahid" userId="7ac04cda7fde599d" providerId="Windows Live" clId="Web-{EE32E8BD-3657-6E0C-572F-1FF12D9B9E82}" dt="2026-06-18T01:35:34.557" v="43"/>
          <ac:spMkLst>
            <pc:docMk/>
            <pc:sldMk cId="3578600550" sldId="257"/>
            <ac:spMk id="3" creationId="{B767EC97-3CE6-9747-5234-06F8F99C258E}"/>
          </ac:spMkLst>
        </pc:spChg>
        <pc:spChg chg="add del">
          <ac:chgData name="shaik shahid" userId="7ac04cda7fde599d" providerId="Windows Live" clId="Web-{EE32E8BD-3657-6E0C-572F-1FF12D9B9E82}" dt="2026-06-18T01:35:10.337" v="36"/>
          <ac:spMkLst>
            <pc:docMk/>
            <pc:sldMk cId="3578600550" sldId="257"/>
            <ac:spMk id="8" creationId="{5F710FDB-0919-493E-8539-8240C23F1EB2}"/>
          </ac:spMkLst>
        </pc:spChg>
        <pc:spChg chg="add del">
          <ac:chgData name="shaik shahid" userId="7ac04cda7fde599d" providerId="Windows Live" clId="Web-{EE32E8BD-3657-6E0C-572F-1FF12D9B9E82}" dt="2026-06-18T01:35:13.603" v="38"/>
          <ac:spMkLst>
            <pc:docMk/>
            <pc:sldMk cId="3578600550" sldId="257"/>
            <ac:spMk id="12" creationId="{5F710FDB-0919-493E-8539-8240C23F1EB2}"/>
          </ac:spMkLst>
        </pc:spChg>
        <pc:spChg chg="add del">
          <ac:chgData name="shaik shahid" userId="7ac04cda7fde599d" providerId="Windows Live" clId="Web-{EE32E8BD-3657-6E0C-572F-1FF12D9B9E82}" dt="2026-06-18T01:35:27.776" v="40"/>
          <ac:spMkLst>
            <pc:docMk/>
            <pc:sldMk cId="3578600550" sldId="257"/>
            <ac:spMk id="15" creationId="{5F710FDB-0919-493E-8539-8240C23F1EB2}"/>
          </ac:spMkLst>
        </pc:spChg>
        <pc:spChg chg="add del">
          <ac:chgData name="shaik shahid" userId="7ac04cda7fde599d" providerId="Windows Live" clId="Web-{EE32E8BD-3657-6E0C-572F-1FF12D9B9E82}" dt="2026-06-18T01:35:34.541" v="42"/>
          <ac:spMkLst>
            <pc:docMk/>
            <pc:sldMk cId="3578600550" sldId="257"/>
            <ac:spMk id="18" creationId="{5F710FDB-0919-493E-8539-8240C23F1EB2}"/>
          </ac:spMkLst>
        </pc:spChg>
        <pc:spChg chg="add">
          <ac:chgData name="shaik shahid" userId="7ac04cda7fde599d" providerId="Windows Live" clId="Web-{EE32E8BD-3657-6E0C-572F-1FF12D9B9E82}" dt="2026-06-18T01:35:34.557" v="43"/>
          <ac:spMkLst>
            <pc:docMk/>
            <pc:sldMk cId="3578600550" sldId="257"/>
            <ac:spMk id="21" creationId="{5F710FDB-0919-493E-8539-8240C23F1EB2}"/>
          </ac:spMkLst>
        </pc:spChg>
        <pc:cxnChg chg="add del">
          <ac:chgData name="shaik shahid" userId="7ac04cda7fde599d" providerId="Windows Live" clId="Web-{EE32E8BD-3657-6E0C-572F-1FF12D9B9E82}" dt="2026-06-18T01:35:10.337" v="36"/>
          <ac:cxnSpMkLst>
            <pc:docMk/>
            <pc:sldMk cId="3578600550" sldId="257"/>
            <ac:cxnSpMk id="10" creationId="{0AFF0B6C-73E2-4B40-9280-938C14922C87}"/>
          </ac:cxnSpMkLst>
        </pc:cxnChg>
        <pc:cxnChg chg="add del">
          <ac:chgData name="shaik shahid" userId="7ac04cda7fde599d" providerId="Windows Live" clId="Web-{EE32E8BD-3657-6E0C-572F-1FF12D9B9E82}" dt="2026-06-18T01:35:13.603" v="38"/>
          <ac:cxnSpMkLst>
            <pc:docMk/>
            <pc:sldMk cId="3578600550" sldId="257"/>
            <ac:cxnSpMk id="13" creationId="{033715A5-8048-453E-A44A-0F17BBB481A4}"/>
          </ac:cxnSpMkLst>
        </pc:cxnChg>
        <pc:cxnChg chg="add del">
          <ac:chgData name="shaik shahid" userId="7ac04cda7fde599d" providerId="Windows Live" clId="Web-{EE32E8BD-3657-6E0C-572F-1FF12D9B9E82}" dt="2026-06-18T01:35:27.776" v="40"/>
          <ac:cxnSpMkLst>
            <pc:docMk/>
            <pc:sldMk cId="3578600550" sldId="257"/>
            <ac:cxnSpMk id="16" creationId="{033715A5-8048-453E-A44A-0F17BBB481A4}"/>
          </ac:cxnSpMkLst>
        </pc:cxnChg>
        <pc:cxnChg chg="add del">
          <ac:chgData name="shaik shahid" userId="7ac04cda7fde599d" providerId="Windows Live" clId="Web-{EE32E8BD-3657-6E0C-572F-1FF12D9B9E82}" dt="2026-06-18T01:35:34.541" v="42"/>
          <ac:cxnSpMkLst>
            <pc:docMk/>
            <pc:sldMk cId="3578600550" sldId="257"/>
            <ac:cxnSpMk id="19" creationId="{8230C0A8-3E5C-476B-A64B-4D4FDE8D5A7C}"/>
          </ac:cxnSpMkLst>
        </pc:cxnChg>
        <pc:cxnChg chg="add">
          <ac:chgData name="shaik shahid" userId="7ac04cda7fde599d" providerId="Windows Live" clId="Web-{EE32E8BD-3657-6E0C-572F-1FF12D9B9E82}" dt="2026-06-18T01:35:34.557" v="43"/>
          <ac:cxnSpMkLst>
            <pc:docMk/>
            <pc:sldMk cId="3578600550" sldId="257"/>
            <ac:cxnSpMk id="22" creationId="{0AFF0B6C-73E2-4B40-9280-938C14922C87}"/>
          </ac:cxnSpMkLst>
        </pc:cxnChg>
      </pc:sldChg>
      <pc:sldChg chg="addSp delSp modSp new mod setBg">
        <pc:chgData name="shaik shahid" userId="7ac04cda7fde599d" providerId="Windows Live" clId="Web-{EE32E8BD-3657-6E0C-572F-1FF12D9B9E82}" dt="2026-06-18T01:43:35.563" v="94"/>
        <pc:sldMkLst>
          <pc:docMk/>
          <pc:sldMk cId="3500857237" sldId="258"/>
        </pc:sldMkLst>
        <pc:spChg chg="mod">
          <ac:chgData name="shaik shahid" userId="7ac04cda7fde599d" providerId="Windows Live" clId="Web-{EE32E8BD-3657-6E0C-572F-1FF12D9B9E82}" dt="2026-06-18T01:43:35.563" v="94"/>
          <ac:spMkLst>
            <pc:docMk/>
            <pc:sldMk cId="3500857237" sldId="258"/>
            <ac:spMk id="2" creationId="{D32F7790-DDC9-1A11-DD75-18E9872C013F}"/>
          </ac:spMkLst>
        </pc:spChg>
        <pc:spChg chg="add del mod">
          <ac:chgData name="shaik shahid" userId="7ac04cda7fde599d" providerId="Windows Live" clId="Web-{EE32E8BD-3657-6E0C-572F-1FF12D9B9E82}" dt="2026-06-18T01:43:35.563" v="94"/>
          <ac:spMkLst>
            <pc:docMk/>
            <pc:sldMk cId="3500857237" sldId="258"/>
            <ac:spMk id="3" creationId="{145666F4-B06E-5CA2-8C3E-8F3C8409374C}"/>
          </ac:spMkLst>
        </pc:spChg>
        <pc:spChg chg="add del">
          <ac:chgData name="shaik shahid" userId="7ac04cda7fde599d" providerId="Windows Live" clId="Web-{EE32E8BD-3657-6E0C-572F-1FF12D9B9E82}" dt="2026-06-18T01:40:22.711" v="67"/>
          <ac:spMkLst>
            <pc:docMk/>
            <pc:sldMk cId="3500857237" sldId="258"/>
            <ac:spMk id="5" creationId="{5F710FDB-0919-493E-8539-8240C23F1EB2}"/>
          </ac:spMkLst>
        </pc:spChg>
        <pc:spChg chg="add del">
          <ac:chgData name="shaik shahid" userId="7ac04cda7fde599d" providerId="Windows Live" clId="Web-{EE32E8BD-3657-6E0C-572F-1FF12D9B9E82}" dt="2026-06-18T01:42:01.888" v="81"/>
          <ac:spMkLst>
            <pc:docMk/>
            <pc:sldMk cId="3500857237" sldId="258"/>
            <ac:spMk id="7" creationId="{5F710FDB-0919-493E-8539-8240C23F1EB2}"/>
          </ac:spMkLst>
        </pc:spChg>
        <pc:spChg chg="add del">
          <ac:chgData name="shaik shahid" userId="7ac04cda7fde599d" providerId="Windows Live" clId="Web-{EE32E8BD-3657-6E0C-572F-1FF12D9B9E82}" dt="2026-06-18T01:36:30.356" v="50"/>
          <ac:spMkLst>
            <pc:docMk/>
            <pc:sldMk cId="3500857237" sldId="258"/>
            <ac:spMk id="8" creationId="{5F710FDB-0919-493E-8539-8240C23F1EB2}"/>
          </ac:spMkLst>
        </pc:spChg>
        <pc:spChg chg="add del">
          <ac:chgData name="shaik shahid" userId="7ac04cda7fde599d" providerId="Windows Live" clId="Web-{EE32E8BD-3657-6E0C-572F-1FF12D9B9E82}" dt="2026-06-18T01:39:41.850" v="62"/>
          <ac:spMkLst>
            <pc:docMk/>
            <pc:sldMk cId="3500857237" sldId="258"/>
            <ac:spMk id="11" creationId="{5F710FDB-0919-493E-8539-8240C23F1EB2}"/>
          </ac:spMkLst>
        </pc:spChg>
        <pc:spChg chg="add del">
          <ac:chgData name="shaik shahid" userId="7ac04cda7fde599d" providerId="Windows Live" clId="Web-{EE32E8BD-3657-6E0C-572F-1FF12D9B9E82}" dt="2026-06-18T01:36:47.341" v="52"/>
          <ac:spMkLst>
            <pc:docMk/>
            <pc:sldMk cId="3500857237" sldId="258"/>
            <ac:spMk id="12" creationId="{5F710FDB-0919-493E-8539-8240C23F1EB2}"/>
          </ac:spMkLst>
        </pc:spChg>
        <pc:spChg chg="add del">
          <ac:chgData name="shaik shahid" userId="7ac04cda7fde599d" providerId="Windows Live" clId="Web-{EE32E8BD-3657-6E0C-572F-1FF12D9B9E82}" dt="2026-06-18T01:39:51.210" v="64"/>
          <ac:spMkLst>
            <pc:docMk/>
            <pc:sldMk cId="3500857237" sldId="258"/>
            <ac:spMk id="15" creationId="{F68B2C62-7648-4430-90D5-AE0F252AF113}"/>
          </ac:spMkLst>
        </pc:spChg>
        <pc:spChg chg="add del">
          <ac:chgData name="shaik shahid" userId="7ac04cda7fde599d" providerId="Windows Live" clId="Web-{EE32E8BD-3657-6E0C-572F-1FF12D9B9E82}" dt="2026-06-18T01:40:19.461" v="66"/>
          <ac:spMkLst>
            <pc:docMk/>
            <pc:sldMk cId="3500857237" sldId="258"/>
            <ac:spMk id="19" creationId="{F68B2C62-7648-4430-90D5-AE0F252AF113}"/>
          </ac:spMkLst>
        </pc:spChg>
        <pc:spChg chg="add del">
          <ac:chgData name="shaik shahid" userId="7ac04cda7fde599d" providerId="Windows Live" clId="Web-{EE32E8BD-3657-6E0C-572F-1FF12D9B9E82}" dt="2026-06-18T01:42:14.263" v="83"/>
          <ac:spMkLst>
            <pc:docMk/>
            <pc:sldMk cId="3500857237" sldId="258"/>
            <ac:spMk id="22" creationId="{5F710FDB-0919-493E-8539-8240C23F1EB2}"/>
          </ac:spMkLst>
        </pc:spChg>
        <pc:spChg chg="add del">
          <ac:chgData name="shaik shahid" userId="7ac04cda7fde599d" providerId="Windows Live" clId="Web-{EE32E8BD-3657-6E0C-572F-1FF12D9B9E82}" dt="2026-06-18T01:42:53.827" v="87"/>
          <ac:spMkLst>
            <pc:docMk/>
            <pc:sldMk cId="3500857237" sldId="258"/>
            <ac:spMk id="24" creationId="{5F710FDB-0919-493E-8539-8240C23F1EB2}"/>
          </ac:spMkLst>
        </pc:spChg>
        <pc:spChg chg="add del">
          <ac:chgData name="shaik shahid" userId="7ac04cda7fde599d" providerId="Windows Live" clId="Web-{EE32E8BD-3657-6E0C-572F-1FF12D9B9E82}" dt="2026-06-18T01:43:08.750" v="89"/>
          <ac:spMkLst>
            <pc:docMk/>
            <pc:sldMk cId="3500857237" sldId="258"/>
            <ac:spMk id="27" creationId="{F68B2C62-7648-4430-90D5-AE0F252AF113}"/>
          </ac:spMkLst>
        </pc:spChg>
        <pc:spChg chg="add del">
          <ac:chgData name="shaik shahid" userId="7ac04cda7fde599d" providerId="Windows Live" clId="Web-{EE32E8BD-3657-6E0C-572F-1FF12D9B9E82}" dt="2026-06-18T01:43:24.953" v="91"/>
          <ac:spMkLst>
            <pc:docMk/>
            <pc:sldMk cId="3500857237" sldId="258"/>
            <ac:spMk id="31" creationId="{985184E4-C93A-4E34-8365-1886AAC5DE60}"/>
          </ac:spMkLst>
        </pc:spChg>
        <pc:spChg chg="add del">
          <ac:chgData name="shaik shahid" userId="7ac04cda7fde599d" providerId="Windows Live" clId="Web-{EE32E8BD-3657-6E0C-572F-1FF12D9B9E82}" dt="2026-06-18T01:43:35.516" v="93"/>
          <ac:spMkLst>
            <pc:docMk/>
            <pc:sldMk cId="3500857237" sldId="258"/>
            <ac:spMk id="35" creationId="{5F710FDB-0919-493E-8539-8240C23F1EB2}"/>
          </ac:spMkLst>
        </pc:spChg>
        <pc:spChg chg="add del">
          <ac:chgData name="shaik shahid" userId="7ac04cda7fde599d" providerId="Windows Live" clId="Web-{EE32E8BD-3657-6E0C-572F-1FF12D9B9E82}" dt="2026-06-18T01:43:35.516" v="93"/>
          <ac:spMkLst>
            <pc:docMk/>
            <pc:sldMk cId="3500857237" sldId="258"/>
            <ac:spMk id="38" creationId="{145666F4-B06E-5CA2-8C3E-8F3C8409374C}"/>
          </ac:spMkLst>
        </pc:spChg>
        <pc:spChg chg="add">
          <ac:chgData name="shaik shahid" userId="7ac04cda7fde599d" providerId="Windows Live" clId="Web-{EE32E8BD-3657-6E0C-572F-1FF12D9B9E82}" dt="2026-06-18T01:43:35.563" v="94"/>
          <ac:spMkLst>
            <pc:docMk/>
            <pc:sldMk cId="3500857237" sldId="258"/>
            <ac:spMk id="40" creationId="{F68B2C62-7648-4430-90D5-AE0F252AF113}"/>
          </ac:spMkLst>
        </pc:spChg>
        <pc:graphicFrameChg chg="add del">
          <ac:chgData name="shaik shahid" userId="7ac04cda7fde599d" providerId="Windows Live" clId="Web-{EE32E8BD-3657-6E0C-572F-1FF12D9B9E82}" dt="2026-06-18T01:39:51.210" v="64"/>
          <ac:graphicFrameMkLst>
            <pc:docMk/>
            <pc:sldMk cId="3500857237" sldId="258"/>
            <ac:graphicFrameMk id="17" creationId="{436FF6EC-DB06-A85C-C755-DD9612C71B29}"/>
          </ac:graphicFrameMkLst>
        </pc:graphicFrameChg>
        <pc:graphicFrameChg chg="add del">
          <ac:chgData name="shaik shahid" userId="7ac04cda7fde599d" providerId="Windows Live" clId="Web-{EE32E8BD-3657-6E0C-572F-1FF12D9B9E82}" dt="2026-06-18T01:40:19.461" v="66"/>
          <ac:graphicFrameMkLst>
            <pc:docMk/>
            <pc:sldMk cId="3500857237" sldId="258"/>
            <ac:graphicFrameMk id="21" creationId="{43D45020-177B-3FB8-6A4E-E24340988C0B}"/>
          </ac:graphicFrameMkLst>
        </pc:graphicFrameChg>
        <pc:graphicFrameChg chg="add del">
          <ac:chgData name="shaik shahid" userId="7ac04cda7fde599d" providerId="Windows Live" clId="Web-{EE32E8BD-3657-6E0C-572F-1FF12D9B9E82}" dt="2026-06-18T01:43:08.750" v="89"/>
          <ac:graphicFrameMkLst>
            <pc:docMk/>
            <pc:sldMk cId="3500857237" sldId="258"/>
            <ac:graphicFrameMk id="29" creationId="{4C3AC85C-54FE-E4D0-47D8-A37F475E59A1}"/>
          </ac:graphicFrameMkLst>
        </pc:graphicFrameChg>
        <pc:graphicFrameChg chg="add del">
          <ac:chgData name="shaik shahid" userId="7ac04cda7fde599d" providerId="Windows Live" clId="Web-{EE32E8BD-3657-6E0C-572F-1FF12D9B9E82}" dt="2026-06-18T01:43:24.953" v="91"/>
          <ac:graphicFrameMkLst>
            <pc:docMk/>
            <pc:sldMk cId="3500857237" sldId="258"/>
            <ac:graphicFrameMk id="33" creationId="{0EFFA102-85C9-AEF2-B6C0-4DC85EC41C44}"/>
          </ac:graphicFrameMkLst>
        </pc:graphicFrameChg>
        <pc:graphicFrameChg chg="add">
          <ac:chgData name="shaik shahid" userId="7ac04cda7fde599d" providerId="Windows Live" clId="Web-{EE32E8BD-3657-6E0C-572F-1FF12D9B9E82}" dt="2026-06-18T01:43:35.563" v="94"/>
          <ac:graphicFrameMkLst>
            <pc:docMk/>
            <pc:sldMk cId="3500857237" sldId="258"/>
            <ac:graphicFrameMk id="42" creationId="{4C3AC85C-54FE-E4D0-47D8-A37F475E59A1}"/>
          </ac:graphicFrameMkLst>
        </pc:graphicFrameChg>
        <pc:cxnChg chg="add del">
          <ac:chgData name="shaik shahid" userId="7ac04cda7fde599d" providerId="Windows Live" clId="Web-{EE32E8BD-3657-6E0C-572F-1FF12D9B9E82}" dt="2026-06-18T01:40:22.711" v="67"/>
          <ac:cxnSpMkLst>
            <pc:docMk/>
            <pc:sldMk cId="3500857237" sldId="258"/>
            <ac:cxnSpMk id="6" creationId="{0AFF0B6C-73E2-4B40-9280-938C14922C87}"/>
          </ac:cxnSpMkLst>
        </pc:cxnChg>
        <pc:cxnChg chg="add del">
          <ac:chgData name="shaik shahid" userId="7ac04cda7fde599d" providerId="Windows Live" clId="Web-{EE32E8BD-3657-6E0C-572F-1FF12D9B9E82}" dt="2026-06-18T01:39:41.850" v="62"/>
          <ac:cxnSpMkLst>
            <pc:docMk/>
            <pc:sldMk cId="3500857237" sldId="258"/>
            <ac:cxnSpMk id="9" creationId="{0AFF0B6C-73E2-4B40-9280-938C14922C87}"/>
          </ac:cxnSpMkLst>
        </pc:cxnChg>
        <pc:cxnChg chg="add del">
          <ac:chgData name="shaik shahid" userId="7ac04cda7fde599d" providerId="Windows Live" clId="Web-{EE32E8BD-3657-6E0C-572F-1FF12D9B9E82}" dt="2026-06-18T01:36:30.356" v="50"/>
          <ac:cxnSpMkLst>
            <pc:docMk/>
            <pc:sldMk cId="3500857237" sldId="258"/>
            <ac:cxnSpMk id="10" creationId="{033715A5-8048-453E-A44A-0F17BBB481A4}"/>
          </ac:cxnSpMkLst>
        </pc:cxnChg>
        <pc:cxnChg chg="add del">
          <ac:chgData name="shaik shahid" userId="7ac04cda7fde599d" providerId="Windows Live" clId="Web-{EE32E8BD-3657-6E0C-572F-1FF12D9B9E82}" dt="2026-06-18T01:36:47.341" v="52"/>
          <ac:cxnSpMkLst>
            <pc:docMk/>
            <pc:sldMk cId="3500857237" sldId="258"/>
            <ac:cxnSpMk id="13" creationId="{033715A5-8048-453E-A44A-0F17BBB481A4}"/>
          </ac:cxnSpMkLst>
        </pc:cxnChg>
        <pc:cxnChg chg="add del">
          <ac:chgData name="shaik shahid" userId="7ac04cda7fde599d" providerId="Windows Live" clId="Web-{EE32E8BD-3657-6E0C-572F-1FF12D9B9E82}" dt="2026-06-18T01:39:51.210" v="64"/>
          <ac:cxnSpMkLst>
            <pc:docMk/>
            <pc:sldMk cId="3500857237" sldId="258"/>
            <ac:cxnSpMk id="14" creationId="{AAD0195E-7F27-4D06-9427-0C121D721A14}"/>
          </ac:cxnSpMkLst>
        </pc:cxnChg>
        <pc:cxnChg chg="add del">
          <ac:chgData name="shaik shahid" userId="7ac04cda7fde599d" providerId="Windows Live" clId="Web-{EE32E8BD-3657-6E0C-572F-1FF12D9B9E82}" dt="2026-06-18T01:39:51.210" v="64"/>
          <ac:cxnSpMkLst>
            <pc:docMk/>
            <pc:sldMk cId="3500857237" sldId="258"/>
            <ac:cxnSpMk id="16" creationId="{9D74C2FC-3228-4FC1-B97B-87AD35508D91}"/>
          </ac:cxnSpMkLst>
        </pc:cxnChg>
        <pc:cxnChg chg="add del">
          <ac:chgData name="shaik shahid" userId="7ac04cda7fde599d" providerId="Windows Live" clId="Web-{EE32E8BD-3657-6E0C-572F-1FF12D9B9E82}" dt="2026-06-18T01:42:01.888" v="81"/>
          <ac:cxnSpMkLst>
            <pc:docMk/>
            <pc:sldMk cId="3500857237" sldId="258"/>
            <ac:cxnSpMk id="18" creationId="{0AFF0B6C-73E2-4B40-9280-938C14922C87}"/>
          </ac:cxnSpMkLst>
        </pc:cxnChg>
        <pc:cxnChg chg="add del">
          <ac:chgData name="shaik shahid" userId="7ac04cda7fde599d" providerId="Windows Live" clId="Web-{EE32E8BD-3657-6E0C-572F-1FF12D9B9E82}" dt="2026-06-18T01:40:19.461" v="66"/>
          <ac:cxnSpMkLst>
            <pc:docMk/>
            <pc:sldMk cId="3500857237" sldId="258"/>
            <ac:cxnSpMk id="20" creationId="{9BB96FAB-CCBF-4D1E-9D0D-B038ACC29BD0}"/>
          </ac:cxnSpMkLst>
        </pc:cxnChg>
        <pc:cxnChg chg="add del">
          <ac:chgData name="shaik shahid" userId="7ac04cda7fde599d" providerId="Windows Live" clId="Web-{EE32E8BD-3657-6E0C-572F-1FF12D9B9E82}" dt="2026-06-18T01:42:14.263" v="83"/>
          <ac:cxnSpMkLst>
            <pc:docMk/>
            <pc:sldMk cId="3500857237" sldId="258"/>
            <ac:cxnSpMk id="23" creationId="{033715A5-8048-453E-A44A-0F17BBB481A4}"/>
          </ac:cxnSpMkLst>
        </pc:cxnChg>
        <pc:cxnChg chg="add del">
          <ac:chgData name="shaik shahid" userId="7ac04cda7fde599d" providerId="Windows Live" clId="Web-{EE32E8BD-3657-6E0C-572F-1FF12D9B9E82}" dt="2026-06-18T01:42:53.827" v="87"/>
          <ac:cxnSpMkLst>
            <pc:docMk/>
            <pc:sldMk cId="3500857237" sldId="258"/>
            <ac:cxnSpMk id="25" creationId="{8230C0A8-3E5C-476B-A64B-4D4FDE8D5A7C}"/>
          </ac:cxnSpMkLst>
        </pc:cxnChg>
        <pc:cxnChg chg="add del">
          <ac:chgData name="shaik shahid" userId="7ac04cda7fde599d" providerId="Windows Live" clId="Web-{EE32E8BD-3657-6E0C-572F-1FF12D9B9E82}" dt="2026-06-18T01:43:08.750" v="89"/>
          <ac:cxnSpMkLst>
            <pc:docMk/>
            <pc:sldMk cId="3500857237" sldId="258"/>
            <ac:cxnSpMk id="28" creationId="{0ADD27CF-4CE1-2871-1ABA-40FCA4D03214}"/>
          </ac:cxnSpMkLst>
        </pc:cxnChg>
        <pc:cxnChg chg="add del">
          <ac:chgData name="shaik shahid" userId="7ac04cda7fde599d" providerId="Windows Live" clId="Web-{EE32E8BD-3657-6E0C-572F-1FF12D9B9E82}" dt="2026-06-18T01:43:24.953" v="91"/>
          <ac:cxnSpMkLst>
            <pc:docMk/>
            <pc:sldMk cId="3500857237" sldId="258"/>
            <ac:cxnSpMk id="32" creationId="{8AB0D40B-37F7-4F1F-B956-AFC12066ABE3}"/>
          </ac:cxnSpMkLst>
        </pc:cxnChg>
        <pc:cxnChg chg="add del">
          <ac:chgData name="shaik shahid" userId="7ac04cda7fde599d" providerId="Windows Live" clId="Web-{EE32E8BD-3657-6E0C-572F-1FF12D9B9E82}" dt="2026-06-18T01:43:35.516" v="93"/>
          <ac:cxnSpMkLst>
            <pc:docMk/>
            <pc:sldMk cId="3500857237" sldId="258"/>
            <ac:cxnSpMk id="36" creationId="{22F20000-FD86-48F6-9363-FEC90C932DCD}"/>
          </ac:cxnSpMkLst>
        </pc:cxnChg>
        <pc:cxnChg chg="add del">
          <ac:chgData name="shaik shahid" userId="7ac04cda7fde599d" providerId="Windows Live" clId="Web-{EE32E8BD-3657-6E0C-572F-1FF12D9B9E82}" dt="2026-06-18T01:43:35.516" v="93"/>
          <ac:cxnSpMkLst>
            <pc:docMk/>
            <pc:sldMk cId="3500857237" sldId="258"/>
            <ac:cxnSpMk id="37" creationId="{872AE332-6ACA-45BE-875F-91A291D4A40D}"/>
          </ac:cxnSpMkLst>
        </pc:cxnChg>
        <pc:cxnChg chg="add">
          <ac:chgData name="shaik shahid" userId="7ac04cda7fde599d" providerId="Windows Live" clId="Web-{EE32E8BD-3657-6E0C-572F-1FF12D9B9E82}" dt="2026-06-18T01:43:35.563" v="94"/>
          <ac:cxnSpMkLst>
            <pc:docMk/>
            <pc:sldMk cId="3500857237" sldId="258"/>
            <ac:cxnSpMk id="41" creationId="{0ADD27CF-4CE1-2871-1ABA-40FCA4D03214}"/>
          </ac:cxnSpMkLst>
        </pc:cxnChg>
      </pc:sldChg>
      <pc:sldChg chg="addSp delSp modSp new mod setBg">
        <pc:chgData name="shaik shahid" userId="7ac04cda7fde599d" providerId="Windows Live" clId="Web-{EE32E8BD-3657-6E0C-572F-1FF12D9B9E82}" dt="2026-06-18T01:45:49.083" v="104"/>
        <pc:sldMkLst>
          <pc:docMk/>
          <pc:sldMk cId="3259590128" sldId="259"/>
        </pc:sldMkLst>
        <pc:spChg chg="mod">
          <ac:chgData name="shaik shahid" userId="7ac04cda7fde599d" providerId="Windows Live" clId="Web-{EE32E8BD-3657-6E0C-572F-1FF12D9B9E82}" dt="2026-06-18T01:45:49.083" v="104"/>
          <ac:spMkLst>
            <pc:docMk/>
            <pc:sldMk cId="3259590128" sldId="259"/>
            <ac:spMk id="2" creationId="{26636720-CE67-C399-F224-7A4907A82663}"/>
          </ac:spMkLst>
        </pc:spChg>
        <pc:spChg chg="add del mod">
          <ac:chgData name="shaik shahid" userId="7ac04cda7fde599d" providerId="Windows Live" clId="Web-{EE32E8BD-3657-6E0C-572F-1FF12D9B9E82}" dt="2026-06-18T01:45:49.083" v="104"/>
          <ac:spMkLst>
            <pc:docMk/>
            <pc:sldMk cId="3259590128" sldId="259"/>
            <ac:spMk id="3" creationId="{ED9DA125-234D-3BB8-A62B-CA72305B9351}"/>
          </ac:spMkLst>
        </pc:spChg>
        <pc:spChg chg="add del">
          <ac:chgData name="shaik shahid" userId="7ac04cda7fde599d" providerId="Windows Live" clId="Web-{EE32E8BD-3657-6E0C-572F-1FF12D9B9E82}" dt="2026-06-18T01:45:49.036" v="103"/>
          <ac:spMkLst>
            <pc:docMk/>
            <pc:sldMk cId="3259590128" sldId="259"/>
            <ac:spMk id="9" creationId="{985184E4-C93A-4E34-8365-1886AAC5DE60}"/>
          </ac:spMkLst>
        </pc:spChg>
        <pc:spChg chg="add">
          <ac:chgData name="shaik shahid" userId="7ac04cda7fde599d" providerId="Windows Live" clId="Web-{EE32E8BD-3657-6E0C-572F-1FF12D9B9E82}" dt="2026-06-18T01:45:49.083" v="104"/>
          <ac:spMkLst>
            <pc:docMk/>
            <pc:sldMk cId="3259590128" sldId="259"/>
            <ac:spMk id="13" creationId="{F68B2C62-7648-4430-90D5-AE0F252AF113}"/>
          </ac:spMkLst>
        </pc:spChg>
        <pc:graphicFrameChg chg="add del">
          <ac:chgData name="shaik shahid" userId="7ac04cda7fde599d" providerId="Windows Live" clId="Web-{EE32E8BD-3657-6E0C-572F-1FF12D9B9E82}" dt="2026-06-18T01:45:49.036" v="103"/>
          <ac:graphicFrameMkLst>
            <pc:docMk/>
            <pc:sldMk cId="3259590128" sldId="259"/>
            <ac:graphicFrameMk id="5" creationId="{B534D644-0618-162B-8167-C7150E4A2B72}"/>
          </ac:graphicFrameMkLst>
        </pc:graphicFrameChg>
        <pc:graphicFrameChg chg="add">
          <ac:chgData name="shaik shahid" userId="7ac04cda7fde599d" providerId="Windows Live" clId="Web-{EE32E8BD-3657-6E0C-572F-1FF12D9B9E82}" dt="2026-06-18T01:45:49.083" v="104"/>
          <ac:graphicFrameMkLst>
            <pc:docMk/>
            <pc:sldMk cId="3259590128" sldId="259"/>
            <ac:graphicFrameMk id="15" creationId="{60842425-A451-F128-056A-40C8F0B6880B}"/>
          </ac:graphicFrameMkLst>
        </pc:graphicFrameChg>
        <pc:cxnChg chg="add del">
          <ac:chgData name="shaik shahid" userId="7ac04cda7fde599d" providerId="Windows Live" clId="Web-{EE32E8BD-3657-6E0C-572F-1FF12D9B9E82}" dt="2026-06-18T01:45:49.036" v="103"/>
          <ac:cxnSpMkLst>
            <pc:docMk/>
            <pc:sldMk cId="3259590128" sldId="259"/>
            <ac:cxnSpMk id="11" creationId="{8AB0D40B-37F7-4F1F-B956-AFC12066ABE3}"/>
          </ac:cxnSpMkLst>
        </pc:cxnChg>
        <pc:cxnChg chg="add">
          <ac:chgData name="shaik shahid" userId="7ac04cda7fde599d" providerId="Windows Live" clId="Web-{EE32E8BD-3657-6E0C-572F-1FF12D9B9E82}" dt="2026-06-18T01:45:49.083" v="104"/>
          <ac:cxnSpMkLst>
            <pc:docMk/>
            <pc:sldMk cId="3259590128" sldId="259"/>
            <ac:cxnSpMk id="14" creationId="{9BB96FAB-CCBF-4D1E-9D0D-B038ACC29BD0}"/>
          </ac:cxnSpMkLst>
        </pc:cxnChg>
      </pc:sldChg>
      <pc:sldChg chg="addSp delSp modSp new">
        <pc:chgData name="shaik shahid" userId="7ac04cda7fde599d" providerId="Windows Live" clId="Web-{EE32E8BD-3657-6E0C-572F-1FF12D9B9E82}" dt="2026-06-18T02:03:25.529" v="202" actId="20577"/>
        <pc:sldMkLst>
          <pc:docMk/>
          <pc:sldMk cId="2416072341" sldId="260"/>
        </pc:sldMkLst>
        <pc:spChg chg="mod">
          <ac:chgData name="shaik shahid" userId="7ac04cda7fde599d" providerId="Windows Live" clId="Web-{EE32E8BD-3657-6E0C-572F-1FF12D9B9E82}" dt="2026-06-18T01:47:12.460" v="106" actId="20577"/>
          <ac:spMkLst>
            <pc:docMk/>
            <pc:sldMk cId="2416072341" sldId="260"/>
            <ac:spMk id="2" creationId="{E3B0CD40-7F9F-9F46-8803-A25F14F0F7FB}"/>
          </ac:spMkLst>
        </pc:spChg>
        <pc:spChg chg="add del mod">
          <ac:chgData name="shaik shahid" userId="7ac04cda7fde599d" providerId="Windows Live" clId="Web-{EE32E8BD-3657-6E0C-572F-1FF12D9B9E82}" dt="2026-06-18T01:54:04.364" v="140"/>
          <ac:spMkLst>
            <pc:docMk/>
            <pc:sldMk cId="2416072341" sldId="260"/>
            <ac:spMk id="3" creationId="{EABF83A0-2360-4DF9-846C-4AA674129294}"/>
          </ac:spMkLst>
        </pc:spChg>
        <pc:spChg chg="add del mod">
          <ac:chgData name="shaik shahid" userId="7ac04cda7fde599d" providerId="Windows Live" clId="Web-{EE32E8BD-3657-6E0C-572F-1FF12D9B9E82}" dt="2026-06-18T01:57:48.486" v="159"/>
          <ac:spMkLst>
            <pc:docMk/>
            <pc:sldMk cId="2416072341" sldId="260"/>
            <ac:spMk id="4" creationId="{1BB44857-8199-FD1B-45E1-642F4517E9D7}"/>
          </ac:spMkLst>
        </pc:spChg>
        <pc:spChg chg="add mod">
          <ac:chgData name="shaik shahid" userId="7ac04cda7fde599d" providerId="Windows Live" clId="Web-{EE32E8BD-3657-6E0C-572F-1FF12D9B9E82}" dt="2026-06-18T02:03:00.575" v="199" actId="20577"/>
          <ac:spMkLst>
            <pc:docMk/>
            <pc:sldMk cId="2416072341" sldId="260"/>
            <ac:spMk id="135" creationId="{8085229E-95C1-12B3-6A13-49B6B1034541}"/>
          </ac:spMkLst>
        </pc:spChg>
        <pc:spChg chg="add mod">
          <ac:chgData name="shaik shahid" userId="7ac04cda7fde599d" providerId="Windows Live" clId="Web-{EE32E8BD-3657-6E0C-572F-1FF12D9B9E82}" dt="2026-06-18T02:03:17.607" v="201" actId="20577"/>
          <ac:spMkLst>
            <pc:docMk/>
            <pc:sldMk cId="2416072341" sldId="260"/>
            <ac:spMk id="136" creationId="{258D05CA-EECE-2178-0BD2-63D9EAEF48A1}"/>
          </ac:spMkLst>
        </pc:spChg>
        <pc:spChg chg="add mod">
          <ac:chgData name="shaik shahid" userId="7ac04cda7fde599d" providerId="Windows Live" clId="Web-{EE32E8BD-3657-6E0C-572F-1FF12D9B9E82}" dt="2026-06-18T02:03:25.529" v="202" actId="20577"/>
          <ac:spMkLst>
            <pc:docMk/>
            <pc:sldMk cId="2416072341" sldId="260"/>
            <ac:spMk id="137" creationId="{16E8C002-D4A4-DD92-8C63-02730DC30743}"/>
          </ac:spMkLst>
        </pc:spChg>
        <pc:graphicFrameChg chg="add del">
          <ac:chgData name="shaik shahid" userId="7ac04cda7fde599d" providerId="Windows Live" clId="Web-{EE32E8BD-3657-6E0C-572F-1FF12D9B9E82}" dt="2026-06-18T01:54:04.333" v="139"/>
          <ac:graphicFrameMkLst>
            <pc:docMk/>
            <pc:sldMk cId="2416072341" sldId="260"/>
            <ac:graphicFrameMk id="7" creationId="{603E577C-1D33-D68B-832D-4804C2B5AC0C}"/>
          </ac:graphicFrameMkLst>
        </pc:graphicFrameChg>
        <pc:graphicFrameChg chg="add del mod modGraphic">
          <ac:chgData name="shaik shahid" userId="7ac04cda7fde599d" providerId="Windows Live" clId="Web-{EE32E8BD-3657-6E0C-572F-1FF12D9B9E82}" dt="2026-06-18T01:57:17.718" v="156"/>
          <ac:graphicFrameMkLst>
            <pc:docMk/>
            <pc:sldMk cId="2416072341" sldId="260"/>
            <ac:graphicFrameMk id="9" creationId="{C651CD28-3AD5-9110-69FB-5644071B1A35}"/>
          </ac:graphicFrameMkLst>
        </pc:graphicFrameChg>
        <pc:cxnChg chg="add mod">
          <ac:chgData name="shaik shahid" userId="7ac04cda7fde599d" providerId="Windows Live" clId="Web-{EE32E8BD-3657-6E0C-572F-1FF12D9B9E82}" dt="2026-06-18T01:53:23.410" v="135" actId="1076"/>
          <ac:cxnSpMkLst>
            <pc:docMk/>
            <pc:sldMk cId="2416072341" sldId="260"/>
            <ac:cxnSpMk id="5" creationId="{D06390B2-D18C-5C1B-A807-4BBB088D6D88}"/>
          </ac:cxnSpMkLst>
        </pc:cxnChg>
        <pc:cxnChg chg="add mod">
          <ac:chgData name="shaik shahid" userId="7ac04cda7fde599d" providerId="Windows Live" clId="Web-{EE32E8BD-3657-6E0C-572F-1FF12D9B9E82}" dt="2026-06-18T02:00:46.899" v="174"/>
          <ac:cxnSpMkLst>
            <pc:docMk/>
            <pc:sldMk cId="2416072341" sldId="260"/>
            <ac:cxnSpMk id="138" creationId="{E07BBCCB-D0E3-7863-96A6-A461289EBA79}"/>
          </ac:cxnSpMkLst>
        </pc:cxnChg>
      </pc:sldChg>
      <pc:sldChg chg="addSp delSp modSp new">
        <pc:chgData name="shaik shahid" userId="7ac04cda7fde599d" providerId="Windows Live" clId="Web-{EE32E8BD-3657-6E0C-572F-1FF12D9B9E82}" dt="2026-06-18T02:08:36.679" v="223"/>
        <pc:sldMkLst>
          <pc:docMk/>
          <pc:sldMk cId="2756613316" sldId="261"/>
        </pc:sldMkLst>
        <pc:spChg chg="mod">
          <ac:chgData name="shaik shahid" userId="7ac04cda7fde599d" providerId="Windows Live" clId="Web-{EE32E8BD-3657-6E0C-572F-1FF12D9B9E82}" dt="2026-06-18T02:04:46.968" v="204" actId="20577"/>
          <ac:spMkLst>
            <pc:docMk/>
            <pc:sldMk cId="2756613316" sldId="261"/>
            <ac:spMk id="2" creationId="{7F275F09-0C85-3B6F-00CF-18B685E611CF}"/>
          </ac:spMkLst>
        </pc:spChg>
        <pc:spChg chg="add del mod">
          <ac:chgData name="shaik shahid" userId="7ac04cda7fde599d" providerId="Windows Live" clId="Web-{EE32E8BD-3657-6E0C-572F-1FF12D9B9E82}" dt="2026-06-18T02:06:54.175" v="215" actId="20577"/>
          <ac:spMkLst>
            <pc:docMk/>
            <pc:sldMk cId="2756613316" sldId="261"/>
            <ac:spMk id="3" creationId="{BD3EFF90-92F3-FB6C-F689-CE76C1445548}"/>
          </ac:spMkLst>
        </pc:spChg>
        <pc:spChg chg="add mod">
          <ac:chgData name="shaik shahid" userId="7ac04cda7fde599d" providerId="Windows Live" clId="Web-{EE32E8BD-3657-6E0C-572F-1FF12D9B9E82}" dt="2026-06-18T02:07:43.287" v="219" actId="1076"/>
          <ac:spMkLst>
            <pc:docMk/>
            <pc:sldMk cId="2756613316" sldId="261"/>
            <ac:spMk id="4" creationId="{20536B3F-1880-9B39-3A75-C9EA1AFF653E}"/>
          </ac:spMkLst>
        </pc:spChg>
        <pc:spChg chg="add del mod">
          <ac:chgData name="shaik shahid" userId="7ac04cda7fde599d" providerId="Windows Live" clId="Web-{EE32E8BD-3657-6E0C-572F-1FF12D9B9E82}" dt="2026-06-18T02:06:28.065" v="213"/>
          <ac:spMkLst>
            <pc:docMk/>
            <pc:sldMk cId="2756613316" sldId="261"/>
            <ac:spMk id="6" creationId="{B74D05B6-FC86-5699-9590-A852FA196F93}"/>
          </ac:spMkLst>
        </pc:spChg>
        <pc:cxnChg chg="add mod">
          <ac:chgData name="shaik shahid" userId="7ac04cda7fde599d" providerId="Windows Live" clId="Web-{EE32E8BD-3657-6E0C-572F-1FF12D9B9E82}" dt="2026-06-18T02:08:36.679" v="223"/>
          <ac:cxnSpMkLst>
            <pc:docMk/>
            <pc:sldMk cId="2756613316" sldId="261"/>
            <ac:cxnSpMk id="7" creationId="{D0C22D60-5368-5EB3-0F38-AF424B8FF20A}"/>
          </ac:cxnSpMkLst>
        </pc:cxnChg>
      </pc:sldChg>
      <pc:sldChg chg="new">
        <pc:chgData name="shaik shahid" userId="7ac04cda7fde599d" providerId="Windows Live" clId="Web-{EE32E8BD-3657-6E0C-572F-1FF12D9B9E82}" dt="2026-06-18T02:08:57.664" v="224"/>
        <pc:sldMkLst>
          <pc:docMk/>
          <pc:sldMk cId="3321423985" sldId="262"/>
        </pc:sldMkLst>
      </pc:sldChg>
      <pc:sldMasterChg chg="add del addSldLayout delSldLayout">
        <pc:chgData name="shaik shahid" userId="7ac04cda7fde599d" providerId="Windows Live" clId="Web-{EE32E8BD-3657-6E0C-572F-1FF12D9B9E82}" dt="2026-06-18T01:31:36.470" v="9"/>
        <pc:sldMasterMkLst>
          <pc:docMk/>
          <pc:sldMasterMk cId="2460954070" sldId="2147483660"/>
        </pc:sldMasterMkLst>
        <pc:sldLayoutChg chg="add del">
          <pc:chgData name="shaik shahid" userId="7ac04cda7fde599d" providerId="Windows Live" clId="Web-{EE32E8BD-3657-6E0C-572F-1FF12D9B9E82}" dt="2026-06-18T01:31:36.470" v="9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shaik shahid" userId="7ac04cda7fde599d" providerId="Windows Live" clId="Web-{EE32E8BD-3657-6E0C-572F-1FF12D9B9E82}" dt="2026-06-18T01:31:36.470" v="9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shaik shahid" userId="7ac04cda7fde599d" providerId="Windows Live" clId="Web-{EE32E8BD-3657-6E0C-572F-1FF12D9B9E82}" dt="2026-06-18T01:31:36.470" v="9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shaik shahid" userId="7ac04cda7fde599d" providerId="Windows Live" clId="Web-{EE32E8BD-3657-6E0C-572F-1FF12D9B9E82}" dt="2026-06-18T01:31:36.470" v="9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shaik shahid" userId="7ac04cda7fde599d" providerId="Windows Live" clId="Web-{EE32E8BD-3657-6E0C-572F-1FF12D9B9E82}" dt="2026-06-18T01:31:36.470" v="9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shaik shahid" userId="7ac04cda7fde599d" providerId="Windows Live" clId="Web-{EE32E8BD-3657-6E0C-572F-1FF12D9B9E82}" dt="2026-06-18T01:31:36.470" v="9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shaik shahid" userId="7ac04cda7fde599d" providerId="Windows Live" clId="Web-{EE32E8BD-3657-6E0C-572F-1FF12D9B9E82}" dt="2026-06-18T01:31:36.470" v="9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shaik shahid" userId="7ac04cda7fde599d" providerId="Windows Live" clId="Web-{EE32E8BD-3657-6E0C-572F-1FF12D9B9E82}" dt="2026-06-18T01:31:36.470" v="9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shaik shahid" userId="7ac04cda7fde599d" providerId="Windows Live" clId="Web-{EE32E8BD-3657-6E0C-572F-1FF12D9B9E82}" dt="2026-06-18T01:31:36.470" v="9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shaik shahid" userId="7ac04cda7fde599d" providerId="Windows Live" clId="Web-{EE32E8BD-3657-6E0C-572F-1FF12D9B9E82}" dt="2026-06-18T01:31:36.470" v="9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shaik shahid" userId="7ac04cda7fde599d" providerId="Windows Live" clId="Web-{EE32E8BD-3657-6E0C-572F-1FF12D9B9E82}" dt="2026-06-18T01:31:36.470" v="9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shaik shahid" userId="7ac04cda7fde599d" providerId="Windows Live" clId="Web-{EE32E8BD-3657-6E0C-572F-1FF12D9B9E82}" dt="2026-06-18T01:31:36.439" v="8"/>
        <pc:sldMasterMkLst>
          <pc:docMk/>
          <pc:sldMasterMk cId="182930208" sldId="2147483685"/>
        </pc:sldMasterMkLst>
        <pc:sldLayoutChg chg="add del">
          <pc:chgData name="shaik shahid" userId="7ac04cda7fde599d" providerId="Windows Live" clId="Web-{EE32E8BD-3657-6E0C-572F-1FF12D9B9E82}" dt="2026-06-18T01:31:36.439" v="8"/>
          <pc:sldLayoutMkLst>
            <pc:docMk/>
            <pc:sldMasterMk cId="182930208" sldId="2147483685"/>
            <pc:sldLayoutMk cId="3840168265" sldId="2147483674"/>
          </pc:sldLayoutMkLst>
        </pc:sldLayoutChg>
        <pc:sldLayoutChg chg="add del">
          <pc:chgData name="shaik shahid" userId="7ac04cda7fde599d" providerId="Windows Live" clId="Web-{EE32E8BD-3657-6E0C-572F-1FF12D9B9E82}" dt="2026-06-18T01:31:36.439" v="8"/>
          <pc:sldLayoutMkLst>
            <pc:docMk/>
            <pc:sldMasterMk cId="182930208" sldId="2147483685"/>
            <pc:sldLayoutMk cId="457026902" sldId="2147483675"/>
          </pc:sldLayoutMkLst>
        </pc:sldLayoutChg>
        <pc:sldLayoutChg chg="add del">
          <pc:chgData name="shaik shahid" userId="7ac04cda7fde599d" providerId="Windows Live" clId="Web-{EE32E8BD-3657-6E0C-572F-1FF12D9B9E82}" dt="2026-06-18T01:31:36.439" v="8"/>
          <pc:sldLayoutMkLst>
            <pc:docMk/>
            <pc:sldMasterMk cId="182930208" sldId="2147483685"/>
            <pc:sldLayoutMk cId="2101851754" sldId="2147483676"/>
          </pc:sldLayoutMkLst>
        </pc:sldLayoutChg>
        <pc:sldLayoutChg chg="add del">
          <pc:chgData name="shaik shahid" userId="7ac04cda7fde599d" providerId="Windows Live" clId="Web-{EE32E8BD-3657-6E0C-572F-1FF12D9B9E82}" dt="2026-06-18T01:31:36.439" v="8"/>
          <pc:sldLayoutMkLst>
            <pc:docMk/>
            <pc:sldMasterMk cId="182930208" sldId="2147483685"/>
            <pc:sldLayoutMk cId="4137574006" sldId="2147483677"/>
          </pc:sldLayoutMkLst>
        </pc:sldLayoutChg>
        <pc:sldLayoutChg chg="add del">
          <pc:chgData name="shaik shahid" userId="7ac04cda7fde599d" providerId="Windows Live" clId="Web-{EE32E8BD-3657-6E0C-572F-1FF12D9B9E82}" dt="2026-06-18T01:31:36.439" v="8"/>
          <pc:sldLayoutMkLst>
            <pc:docMk/>
            <pc:sldMasterMk cId="182930208" sldId="2147483685"/>
            <pc:sldLayoutMk cId="1944843601" sldId="2147483678"/>
          </pc:sldLayoutMkLst>
        </pc:sldLayoutChg>
        <pc:sldLayoutChg chg="add del">
          <pc:chgData name="shaik shahid" userId="7ac04cda7fde599d" providerId="Windows Live" clId="Web-{EE32E8BD-3657-6E0C-572F-1FF12D9B9E82}" dt="2026-06-18T01:31:36.439" v="8"/>
          <pc:sldLayoutMkLst>
            <pc:docMk/>
            <pc:sldMasterMk cId="182930208" sldId="2147483685"/>
            <pc:sldLayoutMk cId="3448801634" sldId="2147483679"/>
          </pc:sldLayoutMkLst>
        </pc:sldLayoutChg>
        <pc:sldLayoutChg chg="add del">
          <pc:chgData name="shaik shahid" userId="7ac04cda7fde599d" providerId="Windows Live" clId="Web-{EE32E8BD-3657-6E0C-572F-1FF12D9B9E82}" dt="2026-06-18T01:31:36.439" v="8"/>
          <pc:sldLayoutMkLst>
            <pc:docMk/>
            <pc:sldMasterMk cId="182930208" sldId="2147483685"/>
            <pc:sldLayoutMk cId="3536031347" sldId="2147483680"/>
          </pc:sldLayoutMkLst>
        </pc:sldLayoutChg>
        <pc:sldLayoutChg chg="add del">
          <pc:chgData name="shaik shahid" userId="7ac04cda7fde599d" providerId="Windows Live" clId="Web-{EE32E8BD-3657-6E0C-572F-1FF12D9B9E82}" dt="2026-06-18T01:31:36.439" v="8"/>
          <pc:sldLayoutMkLst>
            <pc:docMk/>
            <pc:sldMasterMk cId="182930208" sldId="2147483685"/>
            <pc:sldLayoutMk cId="3403982385" sldId="2147483681"/>
          </pc:sldLayoutMkLst>
        </pc:sldLayoutChg>
        <pc:sldLayoutChg chg="add del">
          <pc:chgData name="shaik shahid" userId="7ac04cda7fde599d" providerId="Windows Live" clId="Web-{EE32E8BD-3657-6E0C-572F-1FF12D9B9E82}" dt="2026-06-18T01:31:36.439" v="8"/>
          <pc:sldLayoutMkLst>
            <pc:docMk/>
            <pc:sldMasterMk cId="182930208" sldId="2147483685"/>
            <pc:sldLayoutMk cId="967988048" sldId="2147483682"/>
          </pc:sldLayoutMkLst>
        </pc:sldLayoutChg>
        <pc:sldLayoutChg chg="add del">
          <pc:chgData name="shaik shahid" userId="7ac04cda7fde599d" providerId="Windows Live" clId="Web-{EE32E8BD-3657-6E0C-572F-1FF12D9B9E82}" dt="2026-06-18T01:31:36.439" v="8"/>
          <pc:sldLayoutMkLst>
            <pc:docMk/>
            <pc:sldMasterMk cId="182930208" sldId="2147483685"/>
            <pc:sldLayoutMk cId="3951165956" sldId="2147483683"/>
          </pc:sldLayoutMkLst>
        </pc:sldLayoutChg>
        <pc:sldLayoutChg chg="add del">
          <pc:chgData name="shaik shahid" userId="7ac04cda7fde599d" providerId="Windows Live" clId="Web-{EE32E8BD-3657-6E0C-572F-1FF12D9B9E82}" dt="2026-06-18T01:31:36.439" v="8"/>
          <pc:sldLayoutMkLst>
            <pc:docMk/>
            <pc:sldMasterMk cId="182930208" sldId="2147483685"/>
            <pc:sldLayoutMk cId="3592738501" sldId="2147483684"/>
          </pc:sldLayoutMkLst>
        </pc:sldLayoutChg>
      </pc:sldMasterChg>
      <pc:sldMasterChg chg="add del addSldLayout delSldLayout">
        <pc:chgData name="shaik shahid" userId="7ac04cda7fde599d" providerId="Windows Live" clId="Web-{EE32E8BD-3657-6E0C-572F-1FF12D9B9E82}" dt="2026-06-18T01:32:01.643" v="11"/>
        <pc:sldMasterMkLst>
          <pc:docMk/>
          <pc:sldMasterMk cId="4244798848" sldId="2147483711"/>
        </pc:sldMasterMkLst>
        <pc:sldLayoutChg chg="add del">
          <pc:chgData name="shaik shahid" userId="7ac04cda7fde599d" providerId="Windows Live" clId="Web-{EE32E8BD-3657-6E0C-572F-1FF12D9B9E82}" dt="2026-06-18T01:32:01.643" v="11"/>
          <pc:sldLayoutMkLst>
            <pc:docMk/>
            <pc:sldMasterMk cId="4244798848" sldId="2147483711"/>
            <pc:sldLayoutMk cId="2755773169" sldId="2147483700"/>
          </pc:sldLayoutMkLst>
        </pc:sldLayoutChg>
        <pc:sldLayoutChg chg="add del">
          <pc:chgData name="shaik shahid" userId="7ac04cda7fde599d" providerId="Windows Live" clId="Web-{EE32E8BD-3657-6E0C-572F-1FF12D9B9E82}" dt="2026-06-18T01:32:01.643" v="11"/>
          <pc:sldLayoutMkLst>
            <pc:docMk/>
            <pc:sldMasterMk cId="4244798848" sldId="2147483711"/>
            <pc:sldLayoutMk cId="1129276567" sldId="2147483701"/>
          </pc:sldLayoutMkLst>
        </pc:sldLayoutChg>
        <pc:sldLayoutChg chg="add del">
          <pc:chgData name="shaik shahid" userId="7ac04cda7fde599d" providerId="Windows Live" clId="Web-{EE32E8BD-3657-6E0C-572F-1FF12D9B9E82}" dt="2026-06-18T01:32:01.643" v="11"/>
          <pc:sldLayoutMkLst>
            <pc:docMk/>
            <pc:sldMasterMk cId="4244798848" sldId="2147483711"/>
            <pc:sldLayoutMk cId="1858121772" sldId="2147483702"/>
          </pc:sldLayoutMkLst>
        </pc:sldLayoutChg>
        <pc:sldLayoutChg chg="add del">
          <pc:chgData name="shaik shahid" userId="7ac04cda7fde599d" providerId="Windows Live" clId="Web-{EE32E8BD-3657-6E0C-572F-1FF12D9B9E82}" dt="2026-06-18T01:32:01.643" v="11"/>
          <pc:sldLayoutMkLst>
            <pc:docMk/>
            <pc:sldMasterMk cId="4244798848" sldId="2147483711"/>
            <pc:sldLayoutMk cId="2994185107" sldId="2147483703"/>
          </pc:sldLayoutMkLst>
        </pc:sldLayoutChg>
        <pc:sldLayoutChg chg="add del">
          <pc:chgData name="shaik shahid" userId="7ac04cda7fde599d" providerId="Windows Live" clId="Web-{EE32E8BD-3657-6E0C-572F-1FF12D9B9E82}" dt="2026-06-18T01:32:01.643" v="11"/>
          <pc:sldLayoutMkLst>
            <pc:docMk/>
            <pc:sldMasterMk cId="4244798848" sldId="2147483711"/>
            <pc:sldLayoutMk cId="4223429702" sldId="2147483704"/>
          </pc:sldLayoutMkLst>
        </pc:sldLayoutChg>
        <pc:sldLayoutChg chg="add del">
          <pc:chgData name="shaik shahid" userId="7ac04cda7fde599d" providerId="Windows Live" clId="Web-{EE32E8BD-3657-6E0C-572F-1FF12D9B9E82}" dt="2026-06-18T01:32:01.643" v="11"/>
          <pc:sldLayoutMkLst>
            <pc:docMk/>
            <pc:sldMasterMk cId="4244798848" sldId="2147483711"/>
            <pc:sldLayoutMk cId="2991140086" sldId="2147483705"/>
          </pc:sldLayoutMkLst>
        </pc:sldLayoutChg>
        <pc:sldLayoutChg chg="add del">
          <pc:chgData name="shaik shahid" userId="7ac04cda7fde599d" providerId="Windows Live" clId="Web-{EE32E8BD-3657-6E0C-572F-1FF12D9B9E82}" dt="2026-06-18T01:32:01.643" v="11"/>
          <pc:sldLayoutMkLst>
            <pc:docMk/>
            <pc:sldMasterMk cId="4244798848" sldId="2147483711"/>
            <pc:sldLayoutMk cId="3540445677" sldId="2147483706"/>
          </pc:sldLayoutMkLst>
        </pc:sldLayoutChg>
        <pc:sldLayoutChg chg="add del">
          <pc:chgData name="shaik shahid" userId="7ac04cda7fde599d" providerId="Windows Live" clId="Web-{EE32E8BD-3657-6E0C-572F-1FF12D9B9E82}" dt="2026-06-18T01:32:01.643" v="11"/>
          <pc:sldLayoutMkLst>
            <pc:docMk/>
            <pc:sldMasterMk cId="4244798848" sldId="2147483711"/>
            <pc:sldLayoutMk cId="1602813925" sldId="2147483707"/>
          </pc:sldLayoutMkLst>
        </pc:sldLayoutChg>
        <pc:sldLayoutChg chg="add del">
          <pc:chgData name="shaik shahid" userId="7ac04cda7fde599d" providerId="Windows Live" clId="Web-{EE32E8BD-3657-6E0C-572F-1FF12D9B9E82}" dt="2026-06-18T01:32:01.643" v="11"/>
          <pc:sldLayoutMkLst>
            <pc:docMk/>
            <pc:sldMasterMk cId="4244798848" sldId="2147483711"/>
            <pc:sldLayoutMk cId="3847570734" sldId="2147483708"/>
          </pc:sldLayoutMkLst>
        </pc:sldLayoutChg>
        <pc:sldLayoutChg chg="add del">
          <pc:chgData name="shaik shahid" userId="7ac04cda7fde599d" providerId="Windows Live" clId="Web-{EE32E8BD-3657-6E0C-572F-1FF12D9B9E82}" dt="2026-06-18T01:32:01.643" v="11"/>
          <pc:sldLayoutMkLst>
            <pc:docMk/>
            <pc:sldMasterMk cId="4244798848" sldId="2147483711"/>
            <pc:sldLayoutMk cId="3447488927" sldId="2147483709"/>
          </pc:sldLayoutMkLst>
        </pc:sldLayoutChg>
        <pc:sldLayoutChg chg="add del">
          <pc:chgData name="shaik shahid" userId="7ac04cda7fde599d" providerId="Windows Live" clId="Web-{EE32E8BD-3657-6E0C-572F-1FF12D9B9E82}" dt="2026-06-18T01:32:01.643" v="11"/>
          <pc:sldLayoutMkLst>
            <pc:docMk/>
            <pc:sldMasterMk cId="4244798848" sldId="2147483711"/>
            <pc:sldLayoutMk cId="3240180057" sldId="2147483710"/>
          </pc:sldLayoutMkLst>
        </pc:sldLayoutChg>
      </pc:sldMasterChg>
      <pc:sldMasterChg chg="add addSldLayout">
        <pc:chgData name="shaik shahid" userId="7ac04cda7fde599d" providerId="Windows Live" clId="Web-{EE32E8BD-3657-6E0C-572F-1FF12D9B9E82}" dt="2026-06-18T01:32:01.643" v="11"/>
        <pc:sldMasterMkLst>
          <pc:docMk/>
          <pc:sldMasterMk cId="4099694709" sldId="2147483735"/>
        </pc:sldMasterMkLst>
        <pc:sldLayoutChg chg="add">
          <pc:chgData name="shaik shahid" userId="7ac04cda7fde599d" providerId="Windows Live" clId="Web-{EE32E8BD-3657-6E0C-572F-1FF12D9B9E82}" dt="2026-06-18T01:32:01.643" v="11"/>
          <pc:sldLayoutMkLst>
            <pc:docMk/>
            <pc:sldMasterMk cId="4099694709" sldId="2147483735"/>
            <pc:sldLayoutMk cId="2352337365" sldId="2147483724"/>
          </pc:sldLayoutMkLst>
        </pc:sldLayoutChg>
        <pc:sldLayoutChg chg="add">
          <pc:chgData name="shaik shahid" userId="7ac04cda7fde599d" providerId="Windows Live" clId="Web-{EE32E8BD-3657-6E0C-572F-1FF12D9B9E82}" dt="2026-06-18T01:32:01.643" v="11"/>
          <pc:sldLayoutMkLst>
            <pc:docMk/>
            <pc:sldMasterMk cId="4099694709" sldId="2147483735"/>
            <pc:sldLayoutMk cId="1599605290" sldId="2147483725"/>
          </pc:sldLayoutMkLst>
        </pc:sldLayoutChg>
        <pc:sldLayoutChg chg="add">
          <pc:chgData name="shaik shahid" userId="7ac04cda7fde599d" providerId="Windows Live" clId="Web-{EE32E8BD-3657-6E0C-572F-1FF12D9B9E82}" dt="2026-06-18T01:32:01.643" v="11"/>
          <pc:sldLayoutMkLst>
            <pc:docMk/>
            <pc:sldMasterMk cId="4099694709" sldId="2147483735"/>
            <pc:sldLayoutMk cId="1020803219" sldId="2147483726"/>
          </pc:sldLayoutMkLst>
        </pc:sldLayoutChg>
        <pc:sldLayoutChg chg="add">
          <pc:chgData name="shaik shahid" userId="7ac04cda7fde599d" providerId="Windows Live" clId="Web-{EE32E8BD-3657-6E0C-572F-1FF12D9B9E82}" dt="2026-06-18T01:32:01.643" v="11"/>
          <pc:sldLayoutMkLst>
            <pc:docMk/>
            <pc:sldMasterMk cId="4099694709" sldId="2147483735"/>
            <pc:sldLayoutMk cId="2719016831" sldId="2147483727"/>
          </pc:sldLayoutMkLst>
        </pc:sldLayoutChg>
        <pc:sldLayoutChg chg="add">
          <pc:chgData name="shaik shahid" userId="7ac04cda7fde599d" providerId="Windows Live" clId="Web-{EE32E8BD-3657-6E0C-572F-1FF12D9B9E82}" dt="2026-06-18T01:32:01.643" v="11"/>
          <pc:sldLayoutMkLst>
            <pc:docMk/>
            <pc:sldMasterMk cId="4099694709" sldId="2147483735"/>
            <pc:sldLayoutMk cId="1823683890" sldId="2147483728"/>
          </pc:sldLayoutMkLst>
        </pc:sldLayoutChg>
        <pc:sldLayoutChg chg="add">
          <pc:chgData name="shaik shahid" userId="7ac04cda7fde599d" providerId="Windows Live" clId="Web-{EE32E8BD-3657-6E0C-572F-1FF12D9B9E82}" dt="2026-06-18T01:32:01.643" v="11"/>
          <pc:sldLayoutMkLst>
            <pc:docMk/>
            <pc:sldMasterMk cId="4099694709" sldId="2147483735"/>
            <pc:sldLayoutMk cId="2564096211" sldId="2147483729"/>
          </pc:sldLayoutMkLst>
        </pc:sldLayoutChg>
        <pc:sldLayoutChg chg="add">
          <pc:chgData name="shaik shahid" userId="7ac04cda7fde599d" providerId="Windows Live" clId="Web-{EE32E8BD-3657-6E0C-572F-1FF12D9B9E82}" dt="2026-06-18T01:32:01.643" v="11"/>
          <pc:sldLayoutMkLst>
            <pc:docMk/>
            <pc:sldMasterMk cId="4099694709" sldId="2147483735"/>
            <pc:sldLayoutMk cId="1966732577" sldId="2147483730"/>
          </pc:sldLayoutMkLst>
        </pc:sldLayoutChg>
        <pc:sldLayoutChg chg="add">
          <pc:chgData name="shaik shahid" userId="7ac04cda7fde599d" providerId="Windows Live" clId="Web-{EE32E8BD-3657-6E0C-572F-1FF12D9B9E82}" dt="2026-06-18T01:32:01.643" v="11"/>
          <pc:sldLayoutMkLst>
            <pc:docMk/>
            <pc:sldMasterMk cId="4099694709" sldId="2147483735"/>
            <pc:sldLayoutMk cId="4041878965" sldId="2147483731"/>
          </pc:sldLayoutMkLst>
        </pc:sldLayoutChg>
        <pc:sldLayoutChg chg="add">
          <pc:chgData name="shaik shahid" userId="7ac04cda7fde599d" providerId="Windows Live" clId="Web-{EE32E8BD-3657-6E0C-572F-1FF12D9B9E82}" dt="2026-06-18T01:32:01.643" v="11"/>
          <pc:sldLayoutMkLst>
            <pc:docMk/>
            <pc:sldMasterMk cId="4099694709" sldId="2147483735"/>
            <pc:sldLayoutMk cId="3576533318" sldId="2147483732"/>
          </pc:sldLayoutMkLst>
        </pc:sldLayoutChg>
        <pc:sldLayoutChg chg="add">
          <pc:chgData name="shaik shahid" userId="7ac04cda7fde599d" providerId="Windows Live" clId="Web-{EE32E8BD-3657-6E0C-572F-1FF12D9B9E82}" dt="2026-06-18T01:32:01.643" v="11"/>
          <pc:sldLayoutMkLst>
            <pc:docMk/>
            <pc:sldMasterMk cId="4099694709" sldId="2147483735"/>
            <pc:sldLayoutMk cId="1497490317" sldId="2147483733"/>
          </pc:sldLayoutMkLst>
        </pc:sldLayoutChg>
        <pc:sldLayoutChg chg="add">
          <pc:chgData name="shaik shahid" userId="7ac04cda7fde599d" providerId="Windows Live" clId="Web-{EE32E8BD-3657-6E0C-572F-1FF12D9B9E82}" dt="2026-06-18T01:32:01.643" v="11"/>
          <pc:sldLayoutMkLst>
            <pc:docMk/>
            <pc:sldMasterMk cId="4099694709" sldId="2147483735"/>
            <pc:sldLayoutMk cId="3287968760" sldId="2147483734"/>
          </pc:sldLayoutMkLst>
        </pc:sldLayoutChg>
      </pc:sldMasterChg>
      <pc:sldMasterChg chg="add del addSldLayout delSldLayout">
        <pc:chgData name="shaik shahid" userId="7ac04cda7fde599d" providerId="Windows Live" clId="Web-{EE32E8BD-3657-6E0C-572F-1FF12D9B9E82}" dt="2026-06-18T01:31:12.266" v="4"/>
        <pc:sldMasterMkLst>
          <pc:docMk/>
          <pc:sldMasterMk cId="916381447" sldId="2147483737"/>
        </pc:sldMasterMkLst>
        <pc:sldLayoutChg chg="add del">
          <pc:chgData name="shaik shahid" userId="7ac04cda7fde599d" providerId="Windows Live" clId="Web-{EE32E8BD-3657-6E0C-572F-1FF12D9B9E82}" dt="2026-06-18T01:31:12.266" v="4"/>
          <pc:sldLayoutMkLst>
            <pc:docMk/>
            <pc:sldMasterMk cId="916381447" sldId="2147483737"/>
            <pc:sldLayoutMk cId="3036167709" sldId="2147483726"/>
          </pc:sldLayoutMkLst>
        </pc:sldLayoutChg>
        <pc:sldLayoutChg chg="add del">
          <pc:chgData name="shaik shahid" userId="7ac04cda7fde599d" providerId="Windows Live" clId="Web-{EE32E8BD-3657-6E0C-572F-1FF12D9B9E82}" dt="2026-06-18T01:31:12.266" v="4"/>
          <pc:sldLayoutMkLst>
            <pc:docMk/>
            <pc:sldMasterMk cId="916381447" sldId="2147483737"/>
            <pc:sldLayoutMk cId="2381213993" sldId="2147483727"/>
          </pc:sldLayoutMkLst>
        </pc:sldLayoutChg>
        <pc:sldLayoutChg chg="add del">
          <pc:chgData name="shaik shahid" userId="7ac04cda7fde599d" providerId="Windows Live" clId="Web-{EE32E8BD-3657-6E0C-572F-1FF12D9B9E82}" dt="2026-06-18T01:31:12.266" v="4"/>
          <pc:sldLayoutMkLst>
            <pc:docMk/>
            <pc:sldMasterMk cId="916381447" sldId="2147483737"/>
            <pc:sldLayoutMk cId="4130140868" sldId="2147483728"/>
          </pc:sldLayoutMkLst>
        </pc:sldLayoutChg>
        <pc:sldLayoutChg chg="add del">
          <pc:chgData name="shaik shahid" userId="7ac04cda7fde599d" providerId="Windows Live" clId="Web-{EE32E8BD-3657-6E0C-572F-1FF12D9B9E82}" dt="2026-06-18T01:31:12.266" v="4"/>
          <pc:sldLayoutMkLst>
            <pc:docMk/>
            <pc:sldMasterMk cId="916381447" sldId="2147483737"/>
            <pc:sldLayoutMk cId="3496038033" sldId="2147483729"/>
          </pc:sldLayoutMkLst>
        </pc:sldLayoutChg>
        <pc:sldLayoutChg chg="add del">
          <pc:chgData name="shaik shahid" userId="7ac04cda7fde599d" providerId="Windows Live" clId="Web-{EE32E8BD-3657-6E0C-572F-1FF12D9B9E82}" dt="2026-06-18T01:31:12.266" v="4"/>
          <pc:sldLayoutMkLst>
            <pc:docMk/>
            <pc:sldMasterMk cId="916381447" sldId="2147483737"/>
            <pc:sldLayoutMk cId="333700895" sldId="2147483730"/>
          </pc:sldLayoutMkLst>
        </pc:sldLayoutChg>
        <pc:sldLayoutChg chg="add del">
          <pc:chgData name="shaik shahid" userId="7ac04cda7fde599d" providerId="Windows Live" clId="Web-{EE32E8BD-3657-6E0C-572F-1FF12D9B9E82}" dt="2026-06-18T01:31:12.266" v="4"/>
          <pc:sldLayoutMkLst>
            <pc:docMk/>
            <pc:sldMasterMk cId="916381447" sldId="2147483737"/>
            <pc:sldLayoutMk cId="2131807468" sldId="2147483731"/>
          </pc:sldLayoutMkLst>
        </pc:sldLayoutChg>
        <pc:sldLayoutChg chg="add del">
          <pc:chgData name="shaik shahid" userId="7ac04cda7fde599d" providerId="Windows Live" clId="Web-{EE32E8BD-3657-6E0C-572F-1FF12D9B9E82}" dt="2026-06-18T01:31:12.266" v="4"/>
          <pc:sldLayoutMkLst>
            <pc:docMk/>
            <pc:sldMasterMk cId="916381447" sldId="2147483737"/>
            <pc:sldLayoutMk cId="3783711443" sldId="2147483732"/>
          </pc:sldLayoutMkLst>
        </pc:sldLayoutChg>
        <pc:sldLayoutChg chg="add del">
          <pc:chgData name="shaik shahid" userId="7ac04cda7fde599d" providerId="Windows Live" clId="Web-{EE32E8BD-3657-6E0C-572F-1FF12D9B9E82}" dt="2026-06-18T01:31:12.266" v="4"/>
          <pc:sldLayoutMkLst>
            <pc:docMk/>
            <pc:sldMasterMk cId="916381447" sldId="2147483737"/>
            <pc:sldLayoutMk cId="2369932930" sldId="2147483733"/>
          </pc:sldLayoutMkLst>
        </pc:sldLayoutChg>
        <pc:sldLayoutChg chg="add del">
          <pc:chgData name="shaik shahid" userId="7ac04cda7fde599d" providerId="Windows Live" clId="Web-{EE32E8BD-3657-6E0C-572F-1FF12D9B9E82}" dt="2026-06-18T01:31:12.266" v="4"/>
          <pc:sldLayoutMkLst>
            <pc:docMk/>
            <pc:sldMasterMk cId="916381447" sldId="2147483737"/>
            <pc:sldLayoutMk cId="3212565538" sldId="2147483734"/>
          </pc:sldLayoutMkLst>
        </pc:sldLayoutChg>
        <pc:sldLayoutChg chg="add del">
          <pc:chgData name="shaik shahid" userId="7ac04cda7fde599d" providerId="Windows Live" clId="Web-{EE32E8BD-3657-6E0C-572F-1FF12D9B9E82}" dt="2026-06-18T01:31:12.266" v="4"/>
          <pc:sldLayoutMkLst>
            <pc:docMk/>
            <pc:sldMasterMk cId="916381447" sldId="2147483737"/>
            <pc:sldLayoutMk cId="845777089" sldId="2147483735"/>
          </pc:sldLayoutMkLst>
        </pc:sldLayoutChg>
        <pc:sldLayoutChg chg="add del">
          <pc:chgData name="shaik shahid" userId="7ac04cda7fde599d" providerId="Windows Live" clId="Web-{EE32E8BD-3657-6E0C-572F-1FF12D9B9E82}" dt="2026-06-18T01:31:12.266" v="4"/>
          <pc:sldLayoutMkLst>
            <pc:docMk/>
            <pc:sldMasterMk cId="916381447" sldId="2147483737"/>
            <pc:sldLayoutMk cId="3190491166" sldId="2147483736"/>
          </pc:sldLayoutMkLst>
        </pc:sldLayoutChg>
      </pc:sldMasterChg>
      <pc:sldMasterChg chg="add del addSldLayout delSldLayout">
        <pc:chgData name="shaik shahid" userId="7ac04cda7fde599d" providerId="Windows Live" clId="Web-{EE32E8BD-3657-6E0C-572F-1FF12D9B9E82}" dt="2026-06-18T01:31:28.970" v="6"/>
        <pc:sldMasterMkLst>
          <pc:docMk/>
          <pc:sldMasterMk cId="3018992950" sldId="2147483763"/>
        </pc:sldMasterMkLst>
        <pc:sldLayoutChg chg="add del">
          <pc:chgData name="shaik shahid" userId="7ac04cda7fde599d" providerId="Windows Live" clId="Web-{EE32E8BD-3657-6E0C-572F-1FF12D9B9E82}" dt="2026-06-18T01:31:28.970" v="6"/>
          <pc:sldLayoutMkLst>
            <pc:docMk/>
            <pc:sldMasterMk cId="3018992950" sldId="2147483763"/>
            <pc:sldLayoutMk cId="3319169315" sldId="2147483752"/>
          </pc:sldLayoutMkLst>
        </pc:sldLayoutChg>
        <pc:sldLayoutChg chg="add del">
          <pc:chgData name="shaik shahid" userId="7ac04cda7fde599d" providerId="Windows Live" clId="Web-{EE32E8BD-3657-6E0C-572F-1FF12D9B9E82}" dt="2026-06-18T01:31:28.970" v="6"/>
          <pc:sldLayoutMkLst>
            <pc:docMk/>
            <pc:sldMasterMk cId="3018992950" sldId="2147483763"/>
            <pc:sldLayoutMk cId="2604805046" sldId="2147483753"/>
          </pc:sldLayoutMkLst>
        </pc:sldLayoutChg>
        <pc:sldLayoutChg chg="add del">
          <pc:chgData name="shaik shahid" userId="7ac04cda7fde599d" providerId="Windows Live" clId="Web-{EE32E8BD-3657-6E0C-572F-1FF12D9B9E82}" dt="2026-06-18T01:31:28.970" v="6"/>
          <pc:sldLayoutMkLst>
            <pc:docMk/>
            <pc:sldMasterMk cId="3018992950" sldId="2147483763"/>
            <pc:sldLayoutMk cId="3283257896" sldId="2147483754"/>
          </pc:sldLayoutMkLst>
        </pc:sldLayoutChg>
        <pc:sldLayoutChg chg="add del">
          <pc:chgData name="shaik shahid" userId="7ac04cda7fde599d" providerId="Windows Live" clId="Web-{EE32E8BD-3657-6E0C-572F-1FF12D9B9E82}" dt="2026-06-18T01:31:28.970" v="6"/>
          <pc:sldLayoutMkLst>
            <pc:docMk/>
            <pc:sldMasterMk cId="3018992950" sldId="2147483763"/>
            <pc:sldLayoutMk cId="2474805950" sldId="2147483755"/>
          </pc:sldLayoutMkLst>
        </pc:sldLayoutChg>
        <pc:sldLayoutChg chg="add del">
          <pc:chgData name="shaik shahid" userId="7ac04cda7fde599d" providerId="Windows Live" clId="Web-{EE32E8BD-3657-6E0C-572F-1FF12D9B9E82}" dt="2026-06-18T01:31:28.970" v="6"/>
          <pc:sldLayoutMkLst>
            <pc:docMk/>
            <pc:sldMasterMk cId="3018992950" sldId="2147483763"/>
            <pc:sldLayoutMk cId="4181555564" sldId="2147483756"/>
          </pc:sldLayoutMkLst>
        </pc:sldLayoutChg>
        <pc:sldLayoutChg chg="add del">
          <pc:chgData name="shaik shahid" userId="7ac04cda7fde599d" providerId="Windows Live" clId="Web-{EE32E8BD-3657-6E0C-572F-1FF12D9B9E82}" dt="2026-06-18T01:31:28.970" v="6"/>
          <pc:sldLayoutMkLst>
            <pc:docMk/>
            <pc:sldMasterMk cId="3018992950" sldId="2147483763"/>
            <pc:sldLayoutMk cId="1896222820" sldId="2147483757"/>
          </pc:sldLayoutMkLst>
        </pc:sldLayoutChg>
        <pc:sldLayoutChg chg="add del">
          <pc:chgData name="shaik shahid" userId="7ac04cda7fde599d" providerId="Windows Live" clId="Web-{EE32E8BD-3657-6E0C-572F-1FF12D9B9E82}" dt="2026-06-18T01:31:28.970" v="6"/>
          <pc:sldLayoutMkLst>
            <pc:docMk/>
            <pc:sldMasterMk cId="3018992950" sldId="2147483763"/>
            <pc:sldLayoutMk cId="1359770208" sldId="2147483758"/>
          </pc:sldLayoutMkLst>
        </pc:sldLayoutChg>
        <pc:sldLayoutChg chg="add del">
          <pc:chgData name="shaik shahid" userId="7ac04cda7fde599d" providerId="Windows Live" clId="Web-{EE32E8BD-3657-6E0C-572F-1FF12D9B9E82}" dt="2026-06-18T01:31:28.970" v="6"/>
          <pc:sldLayoutMkLst>
            <pc:docMk/>
            <pc:sldMasterMk cId="3018992950" sldId="2147483763"/>
            <pc:sldLayoutMk cId="4007852264" sldId="2147483759"/>
          </pc:sldLayoutMkLst>
        </pc:sldLayoutChg>
        <pc:sldLayoutChg chg="add del">
          <pc:chgData name="shaik shahid" userId="7ac04cda7fde599d" providerId="Windows Live" clId="Web-{EE32E8BD-3657-6E0C-572F-1FF12D9B9E82}" dt="2026-06-18T01:31:28.970" v="6"/>
          <pc:sldLayoutMkLst>
            <pc:docMk/>
            <pc:sldMasterMk cId="3018992950" sldId="2147483763"/>
            <pc:sldLayoutMk cId="3848118954" sldId="2147483760"/>
          </pc:sldLayoutMkLst>
        </pc:sldLayoutChg>
        <pc:sldLayoutChg chg="add del">
          <pc:chgData name="shaik shahid" userId="7ac04cda7fde599d" providerId="Windows Live" clId="Web-{EE32E8BD-3657-6E0C-572F-1FF12D9B9E82}" dt="2026-06-18T01:31:28.970" v="6"/>
          <pc:sldLayoutMkLst>
            <pc:docMk/>
            <pc:sldMasterMk cId="3018992950" sldId="2147483763"/>
            <pc:sldLayoutMk cId="3013123396" sldId="2147483761"/>
          </pc:sldLayoutMkLst>
        </pc:sldLayoutChg>
        <pc:sldLayoutChg chg="add del">
          <pc:chgData name="shaik shahid" userId="7ac04cda7fde599d" providerId="Windows Live" clId="Web-{EE32E8BD-3657-6E0C-572F-1FF12D9B9E82}" dt="2026-06-18T01:31:28.970" v="6"/>
          <pc:sldLayoutMkLst>
            <pc:docMk/>
            <pc:sldMasterMk cId="3018992950" sldId="2147483763"/>
            <pc:sldLayoutMk cId="2291448288" sldId="2147483762"/>
          </pc:sldLayoutMkLst>
        </pc:sldLayoutChg>
      </pc:sldMasterChg>
    </pc:docChg>
  </pc:docChgLst>
  <pc:docChgLst>
    <pc:chgData name="shaik shahid" userId="7ac04cda7fde599d" providerId="Windows Live" clId="Web-{0DAD1810-975B-1C20-27E3-6302AE66017C}"/>
    <pc:docChg chg="delSld">
      <pc:chgData name="shaik shahid" userId="7ac04cda7fde599d" providerId="Windows Live" clId="Web-{0DAD1810-975B-1C20-27E3-6302AE66017C}" dt="2026-06-18T02:11:40.164" v="0"/>
      <pc:docMkLst>
        <pc:docMk/>
      </pc:docMkLst>
      <pc:sldChg chg="del">
        <pc:chgData name="shaik shahid" userId="7ac04cda7fde599d" providerId="Windows Live" clId="Web-{0DAD1810-975B-1C20-27E3-6302AE66017C}" dt="2026-06-18T02:11:40.164" v="0"/>
        <pc:sldMkLst>
          <pc:docMk/>
          <pc:sldMk cId="3321423985" sldId="262"/>
        </pc:sldMkLst>
      </pc:sldChg>
    </pc:docChg>
  </pc:docChgLst>
  <pc:docChgLst>
    <pc:chgData name="shaik shahid" userId="7ac04cda7fde599d" providerId="Windows Live" clId="Web-{D5699FDD-7A4C-66F7-69A1-53D4B0F5C9B6}"/>
    <pc:docChg chg="modSld">
      <pc:chgData name="shaik shahid" userId="7ac04cda7fde599d" providerId="Windows Live" clId="Web-{D5699FDD-7A4C-66F7-69A1-53D4B0F5C9B6}" dt="2026-06-18T02:20:39.906" v="10" actId="20577"/>
      <pc:docMkLst>
        <pc:docMk/>
      </pc:docMkLst>
      <pc:sldChg chg="modSp">
        <pc:chgData name="shaik shahid" userId="7ac04cda7fde599d" providerId="Windows Live" clId="Web-{D5699FDD-7A4C-66F7-69A1-53D4B0F5C9B6}" dt="2026-06-18T02:20:39.906" v="10" actId="20577"/>
        <pc:sldMkLst>
          <pc:docMk/>
          <pc:sldMk cId="3259590128" sldId="259"/>
        </pc:sldMkLst>
        <pc:graphicFrameChg chg="modGraphic">
          <ac:chgData name="shaik shahid" userId="7ac04cda7fde599d" providerId="Windows Live" clId="Web-{D5699FDD-7A4C-66F7-69A1-53D4B0F5C9B6}" dt="2026-06-18T02:20:39.906" v="10" actId="20577"/>
          <ac:graphicFrameMkLst>
            <pc:docMk/>
            <pc:sldMk cId="3259590128" sldId="259"/>
            <ac:graphicFrameMk id="15" creationId="{60842425-A451-F128-056A-40C8F0B6880B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5BBEF8-D4AA-428F-8B75-B336948BB3C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4D0D1BF-7848-48E2-AEA2-F02566A6D239}">
      <dgm:prSet/>
      <dgm:spPr/>
      <dgm:t>
        <a:bodyPr/>
        <a:lstStyle/>
        <a:p>
          <a:r>
            <a:rPr lang="en-US"/>
            <a:t>Campaign Objectives:</a:t>
          </a:r>
        </a:p>
      </dgm:t>
    </dgm:pt>
    <dgm:pt modelId="{ED3ADA8C-C178-48E9-B69C-7A206723EC20}" type="parTrans" cxnId="{9957EF60-CD56-4FBB-85A7-D239824EA768}">
      <dgm:prSet/>
      <dgm:spPr/>
      <dgm:t>
        <a:bodyPr/>
        <a:lstStyle/>
        <a:p>
          <a:endParaRPr lang="en-US"/>
        </a:p>
      </dgm:t>
    </dgm:pt>
    <dgm:pt modelId="{718B2FA0-159C-40DF-916D-5B0FDFF626D4}" type="sibTrans" cxnId="{9957EF60-CD56-4FBB-85A7-D239824EA768}">
      <dgm:prSet/>
      <dgm:spPr/>
      <dgm:t>
        <a:bodyPr/>
        <a:lstStyle/>
        <a:p>
          <a:endParaRPr lang="en-US"/>
        </a:p>
      </dgm:t>
    </dgm:pt>
    <dgm:pt modelId="{DC4E7FA0-B8F0-4A86-8F2B-BF2F160121A9}">
      <dgm:prSet/>
      <dgm:spPr/>
      <dgm:t>
        <a:bodyPr/>
        <a:lstStyle/>
        <a:p>
          <a:r>
            <a:rPr lang="en-US"/>
            <a:t>• Increase website traffic through Google Ads.</a:t>
          </a:r>
        </a:p>
      </dgm:t>
    </dgm:pt>
    <dgm:pt modelId="{350ADF2A-A4CB-420B-AC36-6DFF63E1ADF7}" type="parTrans" cxnId="{D1BBC7A4-18D7-41A8-9398-A97E2CB661DE}">
      <dgm:prSet/>
      <dgm:spPr/>
      <dgm:t>
        <a:bodyPr/>
        <a:lstStyle/>
        <a:p>
          <a:endParaRPr lang="en-US"/>
        </a:p>
      </dgm:t>
    </dgm:pt>
    <dgm:pt modelId="{B269B324-5873-4901-88A9-D0F7322384F2}" type="sibTrans" cxnId="{D1BBC7A4-18D7-41A8-9398-A97E2CB661DE}">
      <dgm:prSet/>
      <dgm:spPr/>
      <dgm:t>
        <a:bodyPr/>
        <a:lstStyle/>
        <a:p>
          <a:endParaRPr lang="en-US"/>
        </a:p>
      </dgm:t>
    </dgm:pt>
    <dgm:pt modelId="{EB405D99-6E88-43A5-A922-1D7BC458DD54}">
      <dgm:prSet/>
      <dgm:spPr/>
      <dgm:t>
        <a:bodyPr/>
        <a:lstStyle/>
        <a:p>
          <a:r>
            <a:rPr lang="en-US"/>
            <a:t>• Generate quality leads from interested learners.</a:t>
          </a:r>
        </a:p>
      </dgm:t>
    </dgm:pt>
    <dgm:pt modelId="{E188EF77-6DD4-4EF0-9503-D4B274FEA7DB}" type="parTrans" cxnId="{1F33C734-69E2-40CC-96C6-2BBA3327EC6D}">
      <dgm:prSet/>
      <dgm:spPr/>
      <dgm:t>
        <a:bodyPr/>
        <a:lstStyle/>
        <a:p>
          <a:endParaRPr lang="en-US"/>
        </a:p>
      </dgm:t>
    </dgm:pt>
    <dgm:pt modelId="{C4248E65-0F5B-4B4A-BCD3-54A3CC418F75}" type="sibTrans" cxnId="{1F33C734-69E2-40CC-96C6-2BBA3327EC6D}">
      <dgm:prSet/>
      <dgm:spPr/>
      <dgm:t>
        <a:bodyPr/>
        <a:lstStyle/>
        <a:p>
          <a:endParaRPr lang="en-US"/>
        </a:p>
      </dgm:t>
    </dgm:pt>
    <dgm:pt modelId="{64FB661C-891A-4F02-9CFD-55001C1B9C67}">
      <dgm:prSet/>
      <dgm:spPr/>
      <dgm:t>
        <a:bodyPr/>
        <a:lstStyle/>
        <a:p>
          <a:r>
            <a:rPr lang="en-US"/>
            <a:t>• Improve brand awareness for </a:t>
          </a:r>
          <a:r>
            <a:rPr lang="en-US" err="1"/>
            <a:t>SkillBoost</a:t>
          </a:r>
          <a:r>
            <a:rPr lang="en-US"/>
            <a:t> Academy.</a:t>
          </a:r>
        </a:p>
      </dgm:t>
    </dgm:pt>
    <dgm:pt modelId="{D71108B5-291A-4479-8450-D8EF1DC61C30}" type="parTrans" cxnId="{13BC8C75-53AC-4DCF-9167-2FEBBF26F8A4}">
      <dgm:prSet/>
      <dgm:spPr/>
      <dgm:t>
        <a:bodyPr/>
        <a:lstStyle/>
        <a:p>
          <a:endParaRPr lang="en-US"/>
        </a:p>
      </dgm:t>
    </dgm:pt>
    <dgm:pt modelId="{582CA72C-B6B4-40E6-AD53-F454D7BE54EC}" type="sibTrans" cxnId="{13BC8C75-53AC-4DCF-9167-2FEBBF26F8A4}">
      <dgm:prSet/>
      <dgm:spPr/>
      <dgm:t>
        <a:bodyPr/>
        <a:lstStyle/>
        <a:p>
          <a:endParaRPr lang="en-US"/>
        </a:p>
      </dgm:t>
    </dgm:pt>
    <dgm:pt modelId="{0AAFFAE6-03B0-4268-AD6E-5FF00E69A5E0}">
      <dgm:prSet/>
      <dgm:spPr/>
      <dgm:t>
        <a:bodyPr/>
        <a:lstStyle/>
        <a:p>
          <a:r>
            <a:rPr lang="en-US"/>
            <a:t>• Increase course enrollments and conversions.</a:t>
          </a:r>
        </a:p>
      </dgm:t>
    </dgm:pt>
    <dgm:pt modelId="{297A7ABD-1B19-4D64-8D2C-25DB1A5EC0F3}" type="parTrans" cxnId="{04A28A95-EC00-4486-9ACC-8173A9415D01}">
      <dgm:prSet/>
      <dgm:spPr/>
      <dgm:t>
        <a:bodyPr/>
        <a:lstStyle/>
        <a:p>
          <a:endParaRPr lang="en-US"/>
        </a:p>
      </dgm:t>
    </dgm:pt>
    <dgm:pt modelId="{95CE9491-36EA-4311-9BCD-99A8599C60E5}" type="sibTrans" cxnId="{04A28A95-EC00-4486-9ACC-8173A9415D01}">
      <dgm:prSet/>
      <dgm:spPr/>
      <dgm:t>
        <a:bodyPr/>
        <a:lstStyle/>
        <a:p>
          <a:endParaRPr lang="en-US"/>
        </a:p>
      </dgm:t>
    </dgm:pt>
    <dgm:pt modelId="{3054BCAF-788A-415F-AE2F-AD0C9D03A2BA}">
      <dgm:prSet/>
      <dgm:spPr/>
      <dgm:t>
        <a:bodyPr/>
        <a:lstStyle/>
        <a:p>
          <a:r>
            <a:rPr lang="en-US"/>
            <a:t>Target Audience:</a:t>
          </a:r>
        </a:p>
      </dgm:t>
    </dgm:pt>
    <dgm:pt modelId="{3B94BC59-25DC-40C3-ABA0-411502CA44F4}" type="parTrans" cxnId="{EC2CEB25-B656-414A-B3BF-FE4601A13899}">
      <dgm:prSet/>
      <dgm:spPr/>
      <dgm:t>
        <a:bodyPr/>
        <a:lstStyle/>
        <a:p>
          <a:endParaRPr lang="en-US"/>
        </a:p>
      </dgm:t>
    </dgm:pt>
    <dgm:pt modelId="{461474BF-99A3-4CDA-BCBF-A5DCDC41A5FD}" type="sibTrans" cxnId="{EC2CEB25-B656-414A-B3BF-FE4601A13899}">
      <dgm:prSet/>
      <dgm:spPr/>
      <dgm:t>
        <a:bodyPr/>
        <a:lstStyle/>
        <a:p>
          <a:endParaRPr lang="en-US"/>
        </a:p>
      </dgm:t>
    </dgm:pt>
    <dgm:pt modelId="{A255558B-9C59-4D67-AFDA-5E840DC53833}">
      <dgm:prSet/>
      <dgm:spPr/>
      <dgm:t>
        <a:bodyPr/>
        <a:lstStyle/>
        <a:p>
          <a:r>
            <a:rPr lang="en-US"/>
            <a:t>• Students aged 18–25 years.</a:t>
          </a:r>
        </a:p>
      </dgm:t>
    </dgm:pt>
    <dgm:pt modelId="{AEFC232E-3C78-4171-B793-28688213BCB0}" type="parTrans" cxnId="{98E713F4-D6C0-4596-ACE7-F1E4B3FB28F9}">
      <dgm:prSet/>
      <dgm:spPr/>
      <dgm:t>
        <a:bodyPr/>
        <a:lstStyle/>
        <a:p>
          <a:endParaRPr lang="en-US"/>
        </a:p>
      </dgm:t>
    </dgm:pt>
    <dgm:pt modelId="{76456656-92EC-472C-96B6-97079A681F5D}" type="sibTrans" cxnId="{98E713F4-D6C0-4596-ACE7-F1E4B3FB28F9}">
      <dgm:prSet/>
      <dgm:spPr/>
      <dgm:t>
        <a:bodyPr/>
        <a:lstStyle/>
        <a:p>
          <a:endParaRPr lang="en-US"/>
        </a:p>
      </dgm:t>
    </dgm:pt>
    <dgm:pt modelId="{F0C739EF-695C-4357-88EA-ADDAF0D3EB49}">
      <dgm:prSet/>
      <dgm:spPr/>
      <dgm:t>
        <a:bodyPr/>
        <a:lstStyle/>
        <a:p>
          <a:r>
            <a:rPr lang="en-US"/>
            <a:t>• Fresh graduates seeking career opportunities.</a:t>
          </a:r>
        </a:p>
      </dgm:t>
    </dgm:pt>
    <dgm:pt modelId="{B78BB48A-A65F-4852-99EB-B6DE31085E6F}" type="parTrans" cxnId="{1ED9EF53-7A89-4D68-9980-354A963C1602}">
      <dgm:prSet/>
      <dgm:spPr/>
      <dgm:t>
        <a:bodyPr/>
        <a:lstStyle/>
        <a:p>
          <a:endParaRPr lang="en-US"/>
        </a:p>
      </dgm:t>
    </dgm:pt>
    <dgm:pt modelId="{FC9C2C5E-828E-4E97-8FC4-A1BF187A8F4F}" type="sibTrans" cxnId="{1ED9EF53-7A89-4D68-9980-354A963C1602}">
      <dgm:prSet/>
      <dgm:spPr/>
      <dgm:t>
        <a:bodyPr/>
        <a:lstStyle/>
        <a:p>
          <a:endParaRPr lang="en-US"/>
        </a:p>
      </dgm:t>
    </dgm:pt>
    <dgm:pt modelId="{3713B858-BA32-495F-BD22-2C94EFF63E5B}">
      <dgm:prSet/>
      <dgm:spPr/>
      <dgm:t>
        <a:bodyPr/>
        <a:lstStyle/>
        <a:p>
          <a:r>
            <a:rPr lang="en-US"/>
            <a:t>• Job seekers looking for skill development.</a:t>
          </a:r>
        </a:p>
      </dgm:t>
    </dgm:pt>
    <dgm:pt modelId="{C36FDD1F-C848-40F1-AE5F-E4C42B5C05A2}" type="parTrans" cxnId="{BFBC0C78-BC50-407D-9773-D191C08F70B8}">
      <dgm:prSet/>
      <dgm:spPr/>
      <dgm:t>
        <a:bodyPr/>
        <a:lstStyle/>
        <a:p>
          <a:endParaRPr lang="en-US"/>
        </a:p>
      </dgm:t>
    </dgm:pt>
    <dgm:pt modelId="{C1ED1A6E-25D6-489B-9333-1DB84871D0A2}" type="sibTrans" cxnId="{BFBC0C78-BC50-407D-9773-D191C08F70B8}">
      <dgm:prSet/>
      <dgm:spPr/>
      <dgm:t>
        <a:bodyPr/>
        <a:lstStyle/>
        <a:p>
          <a:endParaRPr lang="en-US"/>
        </a:p>
      </dgm:t>
    </dgm:pt>
    <dgm:pt modelId="{76E10A8A-3A55-4CCF-915B-3BF8181B9920}">
      <dgm:prSet/>
      <dgm:spPr/>
      <dgm:t>
        <a:bodyPr/>
        <a:lstStyle/>
        <a:p>
          <a:r>
            <a:rPr lang="en-US"/>
            <a:t>• Working professionals interested in upskilling.</a:t>
          </a:r>
        </a:p>
      </dgm:t>
    </dgm:pt>
    <dgm:pt modelId="{C888492A-6F61-4949-92ED-C8E103DB3000}" type="parTrans" cxnId="{92B52693-AA0E-45A2-A25F-5B5D377E143F}">
      <dgm:prSet/>
      <dgm:spPr/>
      <dgm:t>
        <a:bodyPr/>
        <a:lstStyle/>
        <a:p>
          <a:endParaRPr lang="en-US"/>
        </a:p>
      </dgm:t>
    </dgm:pt>
    <dgm:pt modelId="{D8B7DDCA-8A48-42B0-A6DA-C507B42B61A6}" type="sibTrans" cxnId="{92B52693-AA0E-45A2-A25F-5B5D377E143F}">
      <dgm:prSet/>
      <dgm:spPr/>
      <dgm:t>
        <a:bodyPr/>
        <a:lstStyle/>
        <a:p>
          <a:endParaRPr lang="en-US"/>
        </a:p>
      </dgm:t>
    </dgm:pt>
    <dgm:pt modelId="{4FBA8027-D4FD-45E4-8808-3A3C4998B2E7}">
      <dgm:prSet/>
      <dgm:spPr/>
      <dgm:t>
        <a:bodyPr/>
        <a:lstStyle/>
        <a:p>
          <a:r>
            <a:rPr lang="en-US"/>
            <a:t>• Entrepreneurs and business owners interested in Digital Marketing and AI.</a:t>
          </a:r>
        </a:p>
      </dgm:t>
    </dgm:pt>
    <dgm:pt modelId="{8C135842-F771-47D5-A678-3A4F16EB2139}" type="parTrans" cxnId="{362224EA-D0EA-4A7C-91E8-4DDF91E3EEF1}">
      <dgm:prSet/>
      <dgm:spPr/>
      <dgm:t>
        <a:bodyPr/>
        <a:lstStyle/>
        <a:p>
          <a:endParaRPr lang="en-US"/>
        </a:p>
      </dgm:t>
    </dgm:pt>
    <dgm:pt modelId="{CA56217A-B0F0-452F-9258-52ECA7036613}" type="sibTrans" cxnId="{362224EA-D0EA-4A7C-91E8-4DDF91E3EEF1}">
      <dgm:prSet/>
      <dgm:spPr/>
      <dgm:t>
        <a:bodyPr/>
        <a:lstStyle/>
        <a:p>
          <a:endParaRPr lang="en-US"/>
        </a:p>
      </dgm:t>
    </dgm:pt>
    <dgm:pt modelId="{C3D16CE4-6BF9-4C95-B314-A5B5F2BFE707}" type="pres">
      <dgm:prSet presAssocID="{D65BBEF8-D4AA-428F-8B75-B336948BB3CB}" presName="Name0" presStyleCnt="0">
        <dgm:presLayoutVars>
          <dgm:dir/>
          <dgm:resizeHandles val="exact"/>
        </dgm:presLayoutVars>
      </dgm:prSet>
      <dgm:spPr/>
    </dgm:pt>
    <dgm:pt modelId="{5FF2373E-1086-4610-91A4-0AECAC5FBA65}" type="pres">
      <dgm:prSet presAssocID="{34D0D1BF-7848-48E2-AEA2-F02566A6D239}" presName="node" presStyleLbl="node1" presStyleIdx="0" presStyleCnt="11">
        <dgm:presLayoutVars>
          <dgm:bulletEnabled val="1"/>
        </dgm:presLayoutVars>
      </dgm:prSet>
      <dgm:spPr/>
    </dgm:pt>
    <dgm:pt modelId="{496AA843-D6D0-4BEA-AD7F-287CE0B5DD2A}" type="pres">
      <dgm:prSet presAssocID="{718B2FA0-159C-40DF-916D-5B0FDFF626D4}" presName="sibTrans" presStyleLbl="sibTrans1D1" presStyleIdx="0" presStyleCnt="10"/>
      <dgm:spPr/>
    </dgm:pt>
    <dgm:pt modelId="{42C0B052-A828-4DAE-AAAD-93A9E7A7315D}" type="pres">
      <dgm:prSet presAssocID="{718B2FA0-159C-40DF-916D-5B0FDFF626D4}" presName="connectorText" presStyleLbl="sibTrans1D1" presStyleIdx="0" presStyleCnt="10"/>
      <dgm:spPr/>
    </dgm:pt>
    <dgm:pt modelId="{BE0E2C63-CF3C-408B-93D7-7F034FC59E1B}" type="pres">
      <dgm:prSet presAssocID="{DC4E7FA0-B8F0-4A86-8F2B-BF2F160121A9}" presName="node" presStyleLbl="node1" presStyleIdx="1" presStyleCnt="11">
        <dgm:presLayoutVars>
          <dgm:bulletEnabled val="1"/>
        </dgm:presLayoutVars>
      </dgm:prSet>
      <dgm:spPr/>
    </dgm:pt>
    <dgm:pt modelId="{27FA6D89-2384-4B1C-B583-BE5B5B20153E}" type="pres">
      <dgm:prSet presAssocID="{B269B324-5873-4901-88A9-D0F7322384F2}" presName="sibTrans" presStyleLbl="sibTrans1D1" presStyleIdx="1" presStyleCnt="10"/>
      <dgm:spPr/>
    </dgm:pt>
    <dgm:pt modelId="{B15659CB-259E-4605-980F-6EEC776FD126}" type="pres">
      <dgm:prSet presAssocID="{B269B324-5873-4901-88A9-D0F7322384F2}" presName="connectorText" presStyleLbl="sibTrans1D1" presStyleIdx="1" presStyleCnt="10"/>
      <dgm:spPr/>
    </dgm:pt>
    <dgm:pt modelId="{992C0CE5-4586-4563-8979-E436FE3D0755}" type="pres">
      <dgm:prSet presAssocID="{EB405D99-6E88-43A5-A922-1D7BC458DD54}" presName="node" presStyleLbl="node1" presStyleIdx="2" presStyleCnt="11">
        <dgm:presLayoutVars>
          <dgm:bulletEnabled val="1"/>
        </dgm:presLayoutVars>
      </dgm:prSet>
      <dgm:spPr/>
    </dgm:pt>
    <dgm:pt modelId="{12F97E6F-83CB-42FB-9F81-C2152EC55B4A}" type="pres">
      <dgm:prSet presAssocID="{C4248E65-0F5B-4B4A-BCD3-54A3CC418F75}" presName="sibTrans" presStyleLbl="sibTrans1D1" presStyleIdx="2" presStyleCnt="10"/>
      <dgm:spPr/>
    </dgm:pt>
    <dgm:pt modelId="{1B765DB6-21C5-458D-B20F-599B7AB95195}" type="pres">
      <dgm:prSet presAssocID="{C4248E65-0F5B-4B4A-BCD3-54A3CC418F75}" presName="connectorText" presStyleLbl="sibTrans1D1" presStyleIdx="2" presStyleCnt="10"/>
      <dgm:spPr/>
    </dgm:pt>
    <dgm:pt modelId="{E7D30D3B-CF84-4087-8B19-5A69FEE498E9}" type="pres">
      <dgm:prSet presAssocID="{64FB661C-891A-4F02-9CFD-55001C1B9C67}" presName="node" presStyleLbl="node1" presStyleIdx="3" presStyleCnt="11">
        <dgm:presLayoutVars>
          <dgm:bulletEnabled val="1"/>
        </dgm:presLayoutVars>
      </dgm:prSet>
      <dgm:spPr/>
    </dgm:pt>
    <dgm:pt modelId="{3A1770DE-B4B9-418E-B25D-FC5B69FD90E0}" type="pres">
      <dgm:prSet presAssocID="{582CA72C-B6B4-40E6-AD53-F454D7BE54EC}" presName="sibTrans" presStyleLbl="sibTrans1D1" presStyleIdx="3" presStyleCnt="10"/>
      <dgm:spPr/>
    </dgm:pt>
    <dgm:pt modelId="{8D3D51D9-B9EE-411B-AEF7-BC538E99877F}" type="pres">
      <dgm:prSet presAssocID="{582CA72C-B6B4-40E6-AD53-F454D7BE54EC}" presName="connectorText" presStyleLbl="sibTrans1D1" presStyleIdx="3" presStyleCnt="10"/>
      <dgm:spPr/>
    </dgm:pt>
    <dgm:pt modelId="{54835A3A-BA80-4843-829C-7ADC8BB080DD}" type="pres">
      <dgm:prSet presAssocID="{0AAFFAE6-03B0-4268-AD6E-5FF00E69A5E0}" presName="node" presStyleLbl="node1" presStyleIdx="4" presStyleCnt="11">
        <dgm:presLayoutVars>
          <dgm:bulletEnabled val="1"/>
        </dgm:presLayoutVars>
      </dgm:prSet>
      <dgm:spPr/>
    </dgm:pt>
    <dgm:pt modelId="{EFFB19F8-C2F1-46AF-81EA-F6E36CB57964}" type="pres">
      <dgm:prSet presAssocID="{95CE9491-36EA-4311-9BCD-99A8599C60E5}" presName="sibTrans" presStyleLbl="sibTrans1D1" presStyleIdx="4" presStyleCnt="10"/>
      <dgm:spPr/>
    </dgm:pt>
    <dgm:pt modelId="{CC543185-F409-4AA0-9D72-D2FD05F7C1BA}" type="pres">
      <dgm:prSet presAssocID="{95CE9491-36EA-4311-9BCD-99A8599C60E5}" presName="connectorText" presStyleLbl="sibTrans1D1" presStyleIdx="4" presStyleCnt="10"/>
      <dgm:spPr/>
    </dgm:pt>
    <dgm:pt modelId="{D8B9B46B-F48E-4D3B-B2AF-C40A5E9C824C}" type="pres">
      <dgm:prSet presAssocID="{3054BCAF-788A-415F-AE2F-AD0C9D03A2BA}" presName="node" presStyleLbl="node1" presStyleIdx="5" presStyleCnt="11">
        <dgm:presLayoutVars>
          <dgm:bulletEnabled val="1"/>
        </dgm:presLayoutVars>
      </dgm:prSet>
      <dgm:spPr/>
    </dgm:pt>
    <dgm:pt modelId="{0C824104-83D4-40AF-9BD6-C0887544690B}" type="pres">
      <dgm:prSet presAssocID="{461474BF-99A3-4CDA-BCBF-A5DCDC41A5FD}" presName="sibTrans" presStyleLbl="sibTrans1D1" presStyleIdx="5" presStyleCnt="10"/>
      <dgm:spPr/>
    </dgm:pt>
    <dgm:pt modelId="{CBA6897D-7A0D-49AB-839A-AF102367F9F3}" type="pres">
      <dgm:prSet presAssocID="{461474BF-99A3-4CDA-BCBF-A5DCDC41A5FD}" presName="connectorText" presStyleLbl="sibTrans1D1" presStyleIdx="5" presStyleCnt="10"/>
      <dgm:spPr/>
    </dgm:pt>
    <dgm:pt modelId="{FB2DFBF4-713F-451D-AD62-77BBACA138F8}" type="pres">
      <dgm:prSet presAssocID="{A255558B-9C59-4D67-AFDA-5E840DC53833}" presName="node" presStyleLbl="node1" presStyleIdx="6" presStyleCnt="11">
        <dgm:presLayoutVars>
          <dgm:bulletEnabled val="1"/>
        </dgm:presLayoutVars>
      </dgm:prSet>
      <dgm:spPr/>
    </dgm:pt>
    <dgm:pt modelId="{01725C97-1B1B-4F1D-9EF7-8C071186A221}" type="pres">
      <dgm:prSet presAssocID="{76456656-92EC-472C-96B6-97079A681F5D}" presName="sibTrans" presStyleLbl="sibTrans1D1" presStyleIdx="6" presStyleCnt="10"/>
      <dgm:spPr/>
    </dgm:pt>
    <dgm:pt modelId="{71FA2583-7B34-43AF-929C-F4F394BD62A5}" type="pres">
      <dgm:prSet presAssocID="{76456656-92EC-472C-96B6-97079A681F5D}" presName="connectorText" presStyleLbl="sibTrans1D1" presStyleIdx="6" presStyleCnt="10"/>
      <dgm:spPr/>
    </dgm:pt>
    <dgm:pt modelId="{F6E083D2-31D7-4BDB-BC30-AE92192AD9B9}" type="pres">
      <dgm:prSet presAssocID="{F0C739EF-695C-4357-88EA-ADDAF0D3EB49}" presName="node" presStyleLbl="node1" presStyleIdx="7" presStyleCnt="11">
        <dgm:presLayoutVars>
          <dgm:bulletEnabled val="1"/>
        </dgm:presLayoutVars>
      </dgm:prSet>
      <dgm:spPr/>
    </dgm:pt>
    <dgm:pt modelId="{98A131D4-EAB9-4F5A-800A-F4E7EA0C4639}" type="pres">
      <dgm:prSet presAssocID="{FC9C2C5E-828E-4E97-8FC4-A1BF187A8F4F}" presName="sibTrans" presStyleLbl="sibTrans1D1" presStyleIdx="7" presStyleCnt="10"/>
      <dgm:spPr/>
    </dgm:pt>
    <dgm:pt modelId="{F15DC96E-B608-4BEF-B0C3-94896D4FF25C}" type="pres">
      <dgm:prSet presAssocID="{FC9C2C5E-828E-4E97-8FC4-A1BF187A8F4F}" presName="connectorText" presStyleLbl="sibTrans1D1" presStyleIdx="7" presStyleCnt="10"/>
      <dgm:spPr/>
    </dgm:pt>
    <dgm:pt modelId="{3A19A042-0EC3-47A9-B9F2-0548909FC347}" type="pres">
      <dgm:prSet presAssocID="{3713B858-BA32-495F-BD22-2C94EFF63E5B}" presName="node" presStyleLbl="node1" presStyleIdx="8" presStyleCnt="11">
        <dgm:presLayoutVars>
          <dgm:bulletEnabled val="1"/>
        </dgm:presLayoutVars>
      </dgm:prSet>
      <dgm:spPr/>
    </dgm:pt>
    <dgm:pt modelId="{28B361A7-CADC-4547-AE57-43489E9A9CBC}" type="pres">
      <dgm:prSet presAssocID="{C1ED1A6E-25D6-489B-9333-1DB84871D0A2}" presName="sibTrans" presStyleLbl="sibTrans1D1" presStyleIdx="8" presStyleCnt="10"/>
      <dgm:spPr/>
    </dgm:pt>
    <dgm:pt modelId="{5C50CD22-C0D1-49A7-A377-852ECBFD9ABB}" type="pres">
      <dgm:prSet presAssocID="{C1ED1A6E-25D6-489B-9333-1DB84871D0A2}" presName="connectorText" presStyleLbl="sibTrans1D1" presStyleIdx="8" presStyleCnt="10"/>
      <dgm:spPr/>
    </dgm:pt>
    <dgm:pt modelId="{87697C25-A448-4EF5-AC90-128AA930FB59}" type="pres">
      <dgm:prSet presAssocID="{76E10A8A-3A55-4CCF-915B-3BF8181B9920}" presName="node" presStyleLbl="node1" presStyleIdx="9" presStyleCnt="11">
        <dgm:presLayoutVars>
          <dgm:bulletEnabled val="1"/>
        </dgm:presLayoutVars>
      </dgm:prSet>
      <dgm:spPr/>
    </dgm:pt>
    <dgm:pt modelId="{F05A3E9D-6EDC-4EFA-95A5-E5FAAA7C387A}" type="pres">
      <dgm:prSet presAssocID="{D8B7DDCA-8A48-42B0-A6DA-C507B42B61A6}" presName="sibTrans" presStyleLbl="sibTrans1D1" presStyleIdx="9" presStyleCnt="10"/>
      <dgm:spPr/>
    </dgm:pt>
    <dgm:pt modelId="{66F6BCA4-1CD3-4CF3-872E-DEF9A13BB59E}" type="pres">
      <dgm:prSet presAssocID="{D8B7DDCA-8A48-42B0-A6DA-C507B42B61A6}" presName="connectorText" presStyleLbl="sibTrans1D1" presStyleIdx="9" presStyleCnt="10"/>
      <dgm:spPr/>
    </dgm:pt>
    <dgm:pt modelId="{75B57FCD-46EF-430A-BA43-7041ABC029A2}" type="pres">
      <dgm:prSet presAssocID="{4FBA8027-D4FD-45E4-8808-3A3C4998B2E7}" presName="node" presStyleLbl="node1" presStyleIdx="10" presStyleCnt="11">
        <dgm:presLayoutVars>
          <dgm:bulletEnabled val="1"/>
        </dgm:presLayoutVars>
      </dgm:prSet>
      <dgm:spPr/>
    </dgm:pt>
  </dgm:ptLst>
  <dgm:cxnLst>
    <dgm:cxn modelId="{AB198714-A1E7-40F2-BEE0-D51193A47D51}" type="presOf" srcId="{76456656-92EC-472C-96B6-97079A681F5D}" destId="{01725C97-1B1B-4F1D-9EF7-8C071186A221}" srcOrd="0" destOrd="0" presId="urn:microsoft.com/office/officeart/2016/7/layout/RepeatingBendingProcessNew"/>
    <dgm:cxn modelId="{7CD96B1A-5ABB-4D3C-9FEC-F99E68FA2BFA}" type="presOf" srcId="{3713B858-BA32-495F-BD22-2C94EFF63E5B}" destId="{3A19A042-0EC3-47A9-B9F2-0548909FC347}" srcOrd="0" destOrd="0" presId="urn:microsoft.com/office/officeart/2016/7/layout/RepeatingBendingProcessNew"/>
    <dgm:cxn modelId="{AFD4A921-F46B-4381-8F35-B2668F1401B5}" type="presOf" srcId="{582CA72C-B6B4-40E6-AD53-F454D7BE54EC}" destId="{8D3D51D9-B9EE-411B-AEF7-BC538E99877F}" srcOrd="1" destOrd="0" presId="urn:microsoft.com/office/officeart/2016/7/layout/RepeatingBendingProcessNew"/>
    <dgm:cxn modelId="{F445B822-AB0A-4CDA-8A25-5DBF64BFFC68}" type="presOf" srcId="{3054BCAF-788A-415F-AE2F-AD0C9D03A2BA}" destId="{D8B9B46B-F48E-4D3B-B2AF-C40A5E9C824C}" srcOrd="0" destOrd="0" presId="urn:microsoft.com/office/officeart/2016/7/layout/RepeatingBendingProcessNew"/>
    <dgm:cxn modelId="{EC2CEB25-B656-414A-B3BF-FE4601A13899}" srcId="{D65BBEF8-D4AA-428F-8B75-B336948BB3CB}" destId="{3054BCAF-788A-415F-AE2F-AD0C9D03A2BA}" srcOrd="5" destOrd="0" parTransId="{3B94BC59-25DC-40C3-ABA0-411502CA44F4}" sibTransId="{461474BF-99A3-4CDA-BCBF-A5DCDC41A5FD}"/>
    <dgm:cxn modelId="{CCD7A728-31F6-4DF2-B5F3-7A90FFA1B62E}" type="presOf" srcId="{C4248E65-0F5B-4B4A-BCD3-54A3CC418F75}" destId="{12F97E6F-83CB-42FB-9F81-C2152EC55B4A}" srcOrd="0" destOrd="0" presId="urn:microsoft.com/office/officeart/2016/7/layout/RepeatingBendingProcessNew"/>
    <dgm:cxn modelId="{1F33C734-69E2-40CC-96C6-2BBA3327EC6D}" srcId="{D65BBEF8-D4AA-428F-8B75-B336948BB3CB}" destId="{EB405D99-6E88-43A5-A922-1D7BC458DD54}" srcOrd="2" destOrd="0" parTransId="{E188EF77-6DD4-4EF0-9503-D4B274FEA7DB}" sibTransId="{C4248E65-0F5B-4B4A-BCD3-54A3CC418F75}"/>
    <dgm:cxn modelId="{2AFF8635-A222-4F97-A0D6-3B2E794B665C}" type="presOf" srcId="{FC9C2C5E-828E-4E97-8FC4-A1BF187A8F4F}" destId="{F15DC96E-B608-4BEF-B0C3-94896D4FF25C}" srcOrd="1" destOrd="0" presId="urn:microsoft.com/office/officeart/2016/7/layout/RepeatingBendingProcessNew"/>
    <dgm:cxn modelId="{4BDE1F3B-0ED0-46D6-823B-E02A810FF4AE}" type="presOf" srcId="{4FBA8027-D4FD-45E4-8808-3A3C4998B2E7}" destId="{75B57FCD-46EF-430A-BA43-7041ABC029A2}" srcOrd="0" destOrd="0" presId="urn:microsoft.com/office/officeart/2016/7/layout/RepeatingBendingProcessNew"/>
    <dgm:cxn modelId="{9957EF60-CD56-4FBB-85A7-D239824EA768}" srcId="{D65BBEF8-D4AA-428F-8B75-B336948BB3CB}" destId="{34D0D1BF-7848-48E2-AEA2-F02566A6D239}" srcOrd="0" destOrd="0" parTransId="{ED3ADA8C-C178-48E9-B69C-7A206723EC20}" sibTransId="{718B2FA0-159C-40DF-916D-5B0FDFF626D4}"/>
    <dgm:cxn modelId="{8EC9FB63-454E-44C6-828E-1B8A0A32BD43}" type="presOf" srcId="{718B2FA0-159C-40DF-916D-5B0FDFF626D4}" destId="{496AA843-D6D0-4BEA-AD7F-287CE0B5DD2A}" srcOrd="0" destOrd="0" presId="urn:microsoft.com/office/officeart/2016/7/layout/RepeatingBendingProcessNew"/>
    <dgm:cxn modelId="{070F026A-74A5-48BF-B21D-908147A679CD}" type="presOf" srcId="{EB405D99-6E88-43A5-A922-1D7BC458DD54}" destId="{992C0CE5-4586-4563-8979-E436FE3D0755}" srcOrd="0" destOrd="0" presId="urn:microsoft.com/office/officeart/2016/7/layout/RepeatingBendingProcessNew"/>
    <dgm:cxn modelId="{0E06664B-CD04-4706-84E8-9D94574E9C9F}" type="presOf" srcId="{F0C739EF-695C-4357-88EA-ADDAF0D3EB49}" destId="{F6E083D2-31D7-4BDB-BC30-AE92192AD9B9}" srcOrd="0" destOrd="0" presId="urn:microsoft.com/office/officeart/2016/7/layout/RepeatingBendingProcessNew"/>
    <dgm:cxn modelId="{6CE4A46D-CA3B-40A4-88B5-221AC5C77CBE}" type="presOf" srcId="{95CE9491-36EA-4311-9BCD-99A8599C60E5}" destId="{EFFB19F8-C2F1-46AF-81EA-F6E36CB57964}" srcOrd="0" destOrd="0" presId="urn:microsoft.com/office/officeart/2016/7/layout/RepeatingBendingProcessNew"/>
    <dgm:cxn modelId="{45DBF64F-EA4A-4C66-9FB2-968E34BDF463}" type="presOf" srcId="{76E10A8A-3A55-4CCF-915B-3BF8181B9920}" destId="{87697C25-A448-4EF5-AC90-128AA930FB59}" srcOrd="0" destOrd="0" presId="urn:microsoft.com/office/officeart/2016/7/layout/RepeatingBendingProcessNew"/>
    <dgm:cxn modelId="{1ED9EF53-7A89-4D68-9980-354A963C1602}" srcId="{D65BBEF8-D4AA-428F-8B75-B336948BB3CB}" destId="{F0C739EF-695C-4357-88EA-ADDAF0D3EB49}" srcOrd="7" destOrd="0" parTransId="{B78BB48A-A65F-4852-99EB-B6DE31085E6F}" sibTransId="{FC9C2C5E-828E-4E97-8FC4-A1BF187A8F4F}"/>
    <dgm:cxn modelId="{13BC8C75-53AC-4DCF-9167-2FEBBF26F8A4}" srcId="{D65BBEF8-D4AA-428F-8B75-B336948BB3CB}" destId="{64FB661C-891A-4F02-9CFD-55001C1B9C67}" srcOrd="3" destOrd="0" parTransId="{D71108B5-291A-4479-8450-D8EF1DC61C30}" sibTransId="{582CA72C-B6B4-40E6-AD53-F454D7BE54EC}"/>
    <dgm:cxn modelId="{BFBC0C78-BC50-407D-9773-D191C08F70B8}" srcId="{D65BBEF8-D4AA-428F-8B75-B336948BB3CB}" destId="{3713B858-BA32-495F-BD22-2C94EFF63E5B}" srcOrd="8" destOrd="0" parTransId="{C36FDD1F-C848-40F1-AE5F-E4C42B5C05A2}" sibTransId="{C1ED1A6E-25D6-489B-9333-1DB84871D0A2}"/>
    <dgm:cxn modelId="{8119C858-263D-42BF-91C9-7B21494BC10C}" type="presOf" srcId="{C1ED1A6E-25D6-489B-9333-1DB84871D0A2}" destId="{28B361A7-CADC-4547-AE57-43489E9A9CBC}" srcOrd="0" destOrd="0" presId="urn:microsoft.com/office/officeart/2016/7/layout/RepeatingBendingProcessNew"/>
    <dgm:cxn modelId="{5EA6AB7E-9297-49A7-8378-3A9040636293}" type="presOf" srcId="{C1ED1A6E-25D6-489B-9333-1DB84871D0A2}" destId="{5C50CD22-C0D1-49A7-A377-852ECBFD9ABB}" srcOrd="1" destOrd="0" presId="urn:microsoft.com/office/officeart/2016/7/layout/RepeatingBendingProcessNew"/>
    <dgm:cxn modelId="{84CEFC91-0648-4DD5-B93A-84C6C0C65140}" type="presOf" srcId="{C4248E65-0F5B-4B4A-BCD3-54A3CC418F75}" destId="{1B765DB6-21C5-458D-B20F-599B7AB95195}" srcOrd="1" destOrd="0" presId="urn:microsoft.com/office/officeart/2016/7/layout/RepeatingBendingProcessNew"/>
    <dgm:cxn modelId="{40D09292-8DF7-4D19-A54C-0FB39765C4AF}" type="presOf" srcId="{FC9C2C5E-828E-4E97-8FC4-A1BF187A8F4F}" destId="{98A131D4-EAB9-4F5A-800A-F4E7EA0C4639}" srcOrd="0" destOrd="0" presId="urn:microsoft.com/office/officeart/2016/7/layout/RepeatingBendingProcessNew"/>
    <dgm:cxn modelId="{92B52693-AA0E-45A2-A25F-5B5D377E143F}" srcId="{D65BBEF8-D4AA-428F-8B75-B336948BB3CB}" destId="{76E10A8A-3A55-4CCF-915B-3BF8181B9920}" srcOrd="9" destOrd="0" parTransId="{C888492A-6F61-4949-92ED-C8E103DB3000}" sibTransId="{D8B7DDCA-8A48-42B0-A6DA-C507B42B61A6}"/>
    <dgm:cxn modelId="{04A28A95-EC00-4486-9ACC-8173A9415D01}" srcId="{D65BBEF8-D4AA-428F-8B75-B336948BB3CB}" destId="{0AAFFAE6-03B0-4268-AD6E-5FF00E69A5E0}" srcOrd="4" destOrd="0" parTransId="{297A7ABD-1B19-4D64-8D2C-25DB1A5EC0F3}" sibTransId="{95CE9491-36EA-4311-9BCD-99A8599C60E5}"/>
    <dgm:cxn modelId="{F8443BA3-1897-4014-AFCF-9D7BDF2B612B}" type="presOf" srcId="{461474BF-99A3-4CDA-BCBF-A5DCDC41A5FD}" destId="{0C824104-83D4-40AF-9BD6-C0887544690B}" srcOrd="0" destOrd="0" presId="urn:microsoft.com/office/officeart/2016/7/layout/RepeatingBendingProcessNew"/>
    <dgm:cxn modelId="{D1BBC7A4-18D7-41A8-9398-A97E2CB661DE}" srcId="{D65BBEF8-D4AA-428F-8B75-B336948BB3CB}" destId="{DC4E7FA0-B8F0-4A86-8F2B-BF2F160121A9}" srcOrd="1" destOrd="0" parTransId="{350ADF2A-A4CB-420B-AC36-6DFF63E1ADF7}" sibTransId="{B269B324-5873-4901-88A9-D0F7322384F2}"/>
    <dgm:cxn modelId="{72BBD5A4-3FCC-4677-A247-360364E2D198}" type="presOf" srcId="{95CE9491-36EA-4311-9BCD-99A8599C60E5}" destId="{CC543185-F409-4AA0-9D72-D2FD05F7C1BA}" srcOrd="1" destOrd="0" presId="urn:microsoft.com/office/officeart/2016/7/layout/RepeatingBendingProcessNew"/>
    <dgm:cxn modelId="{2103CFB2-F9E4-4BBD-A0E6-44922281FD2F}" type="presOf" srcId="{A255558B-9C59-4D67-AFDA-5E840DC53833}" destId="{FB2DFBF4-713F-451D-AD62-77BBACA138F8}" srcOrd="0" destOrd="0" presId="urn:microsoft.com/office/officeart/2016/7/layout/RepeatingBendingProcessNew"/>
    <dgm:cxn modelId="{B2E8F7BA-F59A-461B-A362-6947DD1C3B44}" type="presOf" srcId="{34D0D1BF-7848-48E2-AEA2-F02566A6D239}" destId="{5FF2373E-1086-4610-91A4-0AECAC5FBA65}" srcOrd="0" destOrd="0" presId="urn:microsoft.com/office/officeart/2016/7/layout/RepeatingBendingProcessNew"/>
    <dgm:cxn modelId="{7E2152BC-2538-45B6-9344-94EB71A3965C}" type="presOf" srcId="{D8B7DDCA-8A48-42B0-A6DA-C507B42B61A6}" destId="{F05A3E9D-6EDC-4EFA-95A5-E5FAAA7C387A}" srcOrd="0" destOrd="0" presId="urn:microsoft.com/office/officeart/2016/7/layout/RepeatingBendingProcessNew"/>
    <dgm:cxn modelId="{387A34BD-2F00-4D8C-A3D2-A8EAEB2B1FF4}" type="presOf" srcId="{461474BF-99A3-4CDA-BCBF-A5DCDC41A5FD}" destId="{CBA6897D-7A0D-49AB-839A-AF102367F9F3}" srcOrd="1" destOrd="0" presId="urn:microsoft.com/office/officeart/2016/7/layout/RepeatingBendingProcessNew"/>
    <dgm:cxn modelId="{EF79FBBD-F7EC-4AB6-8EDB-D77910A9004B}" type="presOf" srcId="{B269B324-5873-4901-88A9-D0F7322384F2}" destId="{B15659CB-259E-4605-980F-6EEC776FD126}" srcOrd="1" destOrd="0" presId="urn:microsoft.com/office/officeart/2016/7/layout/RepeatingBendingProcessNew"/>
    <dgm:cxn modelId="{3A0647C1-1790-4CAA-B899-D11FA73F3B07}" type="presOf" srcId="{DC4E7FA0-B8F0-4A86-8F2B-BF2F160121A9}" destId="{BE0E2C63-CF3C-408B-93D7-7F034FC59E1B}" srcOrd="0" destOrd="0" presId="urn:microsoft.com/office/officeart/2016/7/layout/RepeatingBendingProcessNew"/>
    <dgm:cxn modelId="{CDC519C8-34A3-41B2-A649-E13E9253BD3E}" type="presOf" srcId="{582CA72C-B6B4-40E6-AD53-F454D7BE54EC}" destId="{3A1770DE-B4B9-418E-B25D-FC5B69FD90E0}" srcOrd="0" destOrd="0" presId="urn:microsoft.com/office/officeart/2016/7/layout/RepeatingBendingProcessNew"/>
    <dgm:cxn modelId="{D8F655CB-CCEA-44F9-9336-74F23EE36D11}" type="presOf" srcId="{0AAFFAE6-03B0-4268-AD6E-5FF00E69A5E0}" destId="{54835A3A-BA80-4843-829C-7ADC8BB080DD}" srcOrd="0" destOrd="0" presId="urn:microsoft.com/office/officeart/2016/7/layout/RepeatingBendingProcessNew"/>
    <dgm:cxn modelId="{ACD1F0D0-0007-4999-AEFD-F6AD8980DD51}" type="presOf" srcId="{B269B324-5873-4901-88A9-D0F7322384F2}" destId="{27FA6D89-2384-4B1C-B583-BE5B5B20153E}" srcOrd="0" destOrd="0" presId="urn:microsoft.com/office/officeart/2016/7/layout/RepeatingBendingProcessNew"/>
    <dgm:cxn modelId="{62B8E3D9-16A9-4137-B43C-502983FC0908}" type="presOf" srcId="{76456656-92EC-472C-96B6-97079A681F5D}" destId="{71FA2583-7B34-43AF-929C-F4F394BD62A5}" srcOrd="1" destOrd="0" presId="urn:microsoft.com/office/officeart/2016/7/layout/RepeatingBendingProcessNew"/>
    <dgm:cxn modelId="{33D1C7E8-E3BC-4C42-AC12-6DFAFB62978C}" type="presOf" srcId="{64FB661C-891A-4F02-9CFD-55001C1B9C67}" destId="{E7D30D3B-CF84-4087-8B19-5A69FEE498E9}" srcOrd="0" destOrd="0" presId="urn:microsoft.com/office/officeart/2016/7/layout/RepeatingBendingProcessNew"/>
    <dgm:cxn modelId="{362224EA-D0EA-4A7C-91E8-4DDF91E3EEF1}" srcId="{D65BBEF8-D4AA-428F-8B75-B336948BB3CB}" destId="{4FBA8027-D4FD-45E4-8808-3A3C4998B2E7}" srcOrd="10" destOrd="0" parTransId="{8C135842-F771-47D5-A678-3A4F16EB2139}" sibTransId="{CA56217A-B0F0-452F-9258-52ECA7036613}"/>
    <dgm:cxn modelId="{F39486EA-357B-4809-AC75-0198D8B30FE3}" type="presOf" srcId="{D65BBEF8-D4AA-428F-8B75-B336948BB3CB}" destId="{C3D16CE4-6BF9-4C95-B314-A5B5F2BFE707}" srcOrd="0" destOrd="0" presId="urn:microsoft.com/office/officeart/2016/7/layout/RepeatingBendingProcessNew"/>
    <dgm:cxn modelId="{EBF5BAEF-C449-47B1-B82B-5ACCCC0AE6DF}" type="presOf" srcId="{D8B7DDCA-8A48-42B0-A6DA-C507B42B61A6}" destId="{66F6BCA4-1CD3-4CF3-872E-DEF9A13BB59E}" srcOrd="1" destOrd="0" presId="urn:microsoft.com/office/officeart/2016/7/layout/RepeatingBendingProcessNew"/>
    <dgm:cxn modelId="{98E713F4-D6C0-4596-ACE7-F1E4B3FB28F9}" srcId="{D65BBEF8-D4AA-428F-8B75-B336948BB3CB}" destId="{A255558B-9C59-4D67-AFDA-5E840DC53833}" srcOrd="6" destOrd="0" parTransId="{AEFC232E-3C78-4171-B793-28688213BCB0}" sibTransId="{76456656-92EC-472C-96B6-97079A681F5D}"/>
    <dgm:cxn modelId="{9A72D4FB-C636-4AB0-B106-0140A19E0DC7}" type="presOf" srcId="{718B2FA0-159C-40DF-916D-5B0FDFF626D4}" destId="{42C0B052-A828-4DAE-AAAD-93A9E7A7315D}" srcOrd="1" destOrd="0" presId="urn:microsoft.com/office/officeart/2016/7/layout/RepeatingBendingProcessNew"/>
    <dgm:cxn modelId="{F34CA68C-D30C-4DC1-95B1-8EB484B343E9}" type="presParOf" srcId="{C3D16CE4-6BF9-4C95-B314-A5B5F2BFE707}" destId="{5FF2373E-1086-4610-91A4-0AECAC5FBA65}" srcOrd="0" destOrd="0" presId="urn:microsoft.com/office/officeart/2016/7/layout/RepeatingBendingProcessNew"/>
    <dgm:cxn modelId="{51AB2743-3A2A-4737-A5DB-656C64836C00}" type="presParOf" srcId="{C3D16CE4-6BF9-4C95-B314-A5B5F2BFE707}" destId="{496AA843-D6D0-4BEA-AD7F-287CE0B5DD2A}" srcOrd="1" destOrd="0" presId="urn:microsoft.com/office/officeart/2016/7/layout/RepeatingBendingProcessNew"/>
    <dgm:cxn modelId="{08F170BD-B353-4D14-8854-732E842471E7}" type="presParOf" srcId="{496AA843-D6D0-4BEA-AD7F-287CE0B5DD2A}" destId="{42C0B052-A828-4DAE-AAAD-93A9E7A7315D}" srcOrd="0" destOrd="0" presId="urn:microsoft.com/office/officeart/2016/7/layout/RepeatingBendingProcessNew"/>
    <dgm:cxn modelId="{524F3533-E653-42A1-972E-E28777507646}" type="presParOf" srcId="{C3D16CE4-6BF9-4C95-B314-A5B5F2BFE707}" destId="{BE0E2C63-CF3C-408B-93D7-7F034FC59E1B}" srcOrd="2" destOrd="0" presId="urn:microsoft.com/office/officeart/2016/7/layout/RepeatingBendingProcessNew"/>
    <dgm:cxn modelId="{8AB9F64C-1702-4C82-BE57-F93DFCA4FA99}" type="presParOf" srcId="{C3D16CE4-6BF9-4C95-B314-A5B5F2BFE707}" destId="{27FA6D89-2384-4B1C-B583-BE5B5B20153E}" srcOrd="3" destOrd="0" presId="urn:microsoft.com/office/officeart/2016/7/layout/RepeatingBendingProcessNew"/>
    <dgm:cxn modelId="{16DA1B15-25CB-463D-9DC4-E010F49696BB}" type="presParOf" srcId="{27FA6D89-2384-4B1C-B583-BE5B5B20153E}" destId="{B15659CB-259E-4605-980F-6EEC776FD126}" srcOrd="0" destOrd="0" presId="urn:microsoft.com/office/officeart/2016/7/layout/RepeatingBendingProcessNew"/>
    <dgm:cxn modelId="{DEAACE92-1D93-4CFA-9220-362BB57BBAC5}" type="presParOf" srcId="{C3D16CE4-6BF9-4C95-B314-A5B5F2BFE707}" destId="{992C0CE5-4586-4563-8979-E436FE3D0755}" srcOrd="4" destOrd="0" presId="urn:microsoft.com/office/officeart/2016/7/layout/RepeatingBendingProcessNew"/>
    <dgm:cxn modelId="{D0C93821-018E-4F08-A5A5-B58CB0AE5C50}" type="presParOf" srcId="{C3D16CE4-6BF9-4C95-B314-A5B5F2BFE707}" destId="{12F97E6F-83CB-42FB-9F81-C2152EC55B4A}" srcOrd="5" destOrd="0" presId="urn:microsoft.com/office/officeart/2016/7/layout/RepeatingBendingProcessNew"/>
    <dgm:cxn modelId="{D84A9426-0DE6-4E8B-AA90-937EA8DED59A}" type="presParOf" srcId="{12F97E6F-83CB-42FB-9F81-C2152EC55B4A}" destId="{1B765DB6-21C5-458D-B20F-599B7AB95195}" srcOrd="0" destOrd="0" presId="urn:microsoft.com/office/officeart/2016/7/layout/RepeatingBendingProcessNew"/>
    <dgm:cxn modelId="{9E27FADB-2534-4BDD-85E8-3ACC1C756ECB}" type="presParOf" srcId="{C3D16CE4-6BF9-4C95-B314-A5B5F2BFE707}" destId="{E7D30D3B-CF84-4087-8B19-5A69FEE498E9}" srcOrd="6" destOrd="0" presId="urn:microsoft.com/office/officeart/2016/7/layout/RepeatingBendingProcessNew"/>
    <dgm:cxn modelId="{215A210B-0C37-4429-A7FE-34333B5C5402}" type="presParOf" srcId="{C3D16CE4-6BF9-4C95-B314-A5B5F2BFE707}" destId="{3A1770DE-B4B9-418E-B25D-FC5B69FD90E0}" srcOrd="7" destOrd="0" presId="urn:microsoft.com/office/officeart/2016/7/layout/RepeatingBendingProcessNew"/>
    <dgm:cxn modelId="{F0B367DD-CEE4-4646-AA5F-32A9B9D66384}" type="presParOf" srcId="{3A1770DE-B4B9-418E-B25D-FC5B69FD90E0}" destId="{8D3D51D9-B9EE-411B-AEF7-BC538E99877F}" srcOrd="0" destOrd="0" presId="urn:microsoft.com/office/officeart/2016/7/layout/RepeatingBendingProcessNew"/>
    <dgm:cxn modelId="{C6092933-49C5-44FB-AF34-1F1DF7B9CBA5}" type="presParOf" srcId="{C3D16CE4-6BF9-4C95-B314-A5B5F2BFE707}" destId="{54835A3A-BA80-4843-829C-7ADC8BB080DD}" srcOrd="8" destOrd="0" presId="urn:microsoft.com/office/officeart/2016/7/layout/RepeatingBendingProcessNew"/>
    <dgm:cxn modelId="{CE05EAB7-CF5E-44C2-83DB-A6A0D9CFAECA}" type="presParOf" srcId="{C3D16CE4-6BF9-4C95-B314-A5B5F2BFE707}" destId="{EFFB19F8-C2F1-46AF-81EA-F6E36CB57964}" srcOrd="9" destOrd="0" presId="urn:microsoft.com/office/officeart/2016/7/layout/RepeatingBendingProcessNew"/>
    <dgm:cxn modelId="{90F9BCCE-DEDF-4F55-B647-54843B53DB5A}" type="presParOf" srcId="{EFFB19F8-C2F1-46AF-81EA-F6E36CB57964}" destId="{CC543185-F409-4AA0-9D72-D2FD05F7C1BA}" srcOrd="0" destOrd="0" presId="urn:microsoft.com/office/officeart/2016/7/layout/RepeatingBendingProcessNew"/>
    <dgm:cxn modelId="{9CFCA9D1-5478-4087-920D-22DF59012CA5}" type="presParOf" srcId="{C3D16CE4-6BF9-4C95-B314-A5B5F2BFE707}" destId="{D8B9B46B-F48E-4D3B-B2AF-C40A5E9C824C}" srcOrd="10" destOrd="0" presId="urn:microsoft.com/office/officeart/2016/7/layout/RepeatingBendingProcessNew"/>
    <dgm:cxn modelId="{B5BAC503-F66D-4179-9B79-396AE0FC39A9}" type="presParOf" srcId="{C3D16CE4-6BF9-4C95-B314-A5B5F2BFE707}" destId="{0C824104-83D4-40AF-9BD6-C0887544690B}" srcOrd="11" destOrd="0" presId="urn:microsoft.com/office/officeart/2016/7/layout/RepeatingBendingProcessNew"/>
    <dgm:cxn modelId="{F2555FC2-EEE0-49C0-9B9B-4251C6872ACE}" type="presParOf" srcId="{0C824104-83D4-40AF-9BD6-C0887544690B}" destId="{CBA6897D-7A0D-49AB-839A-AF102367F9F3}" srcOrd="0" destOrd="0" presId="urn:microsoft.com/office/officeart/2016/7/layout/RepeatingBendingProcessNew"/>
    <dgm:cxn modelId="{E486A428-C531-4EEC-9C63-3D211AEB694A}" type="presParOf" srcId="{C3D16CE4-6BF9-4C95-B314-A5B5F2BFE707}" destId="{FB2DFBF4-713F-451D-AD62-77BBACA138F8}" srcOrd="12" destOrd="0" presId="urn:microsoft.com/office/officeart/2016/7/layout/RepeatingBendingProcessNew"/>
    <dgm:cxn modelId="{F44A7248-5469-4AEC-BCEE-186C20399E7B}" type="presParOf" srcId="{C3D16CE4-6BF9-4C95-B314-A5B5F2BFE707}" destId="{01725C97-1B1B-4F1D-9EF7-8C071186A221}" srcOrd="13" destOrd="0" presId="urn:microsoft.com/office/officeart/2016/7/layout/RepeatingBendingProcessNew"/>
    <dgm:cxn modelId="{5EF43D3D-9671-4B85-B3E4-8F9EE1A8AD0A}" type="presParOf" srcId="{01725C97-1B1B-4F1D-9EF7-8C071186A221}" destId="{71FA2583-7B34-43AF-929C-F4F394BD62A5}" srcOrd="0" destOrd="0" presId="urn:microsoft.com/office/officeart/2016/7/layout/RepeatingBendingProcessNew"/>
    <dgm:cxn modelId="{33B455DD-CE21-49C9-B534-1899E0A2DA0F}" type="presParOf" srcId="{C3D16CE4-6BF9-4C95-B314-A5B5F2BFE707}" destId="{F6E083D2-31D7-4BDB-BC30-AE92192AD9B9}" srcOrd="14" destOrd="0" presId="urn:microsoft.com/office/officeart/2016/7/layout/RepeatingBendingProcessNew"/>
    <dgm:cxn modelId="{281D05FF-8766-4BC6-982C-D570819463F1}" type="presParOf" srcId="{C3D16CE4-6BF9-4C95-B314-A5B5F2BFE707}" destId="{98A131D4-EAB9-4F5A-800A-F4E7EA0C4639}" srcOrd="15" destOrd="0" presId="urn:microsoft.com/office/officeart/2016/7/layout/RepeatingBendingProcessNew"/>
    <dgm:cxn modelId="{D948775E-F7D5-4282-832B-3F1DA14101A2}" type="presParOf" srcId="{98A131D4-EAB9-4F5A-800A-F4E7EA0C4639}" destId="{F15DC96E-B608-4BEF-B0C3-94896D4FF25C}" srcOrd="0" destOrd="0" presId="urn:microsoft.com/office/officeart/2016/7/layout/RepeatingBendingProcessNew"/>
    <dgm:cxn modelId="{CE660EFD-59CF-4B8D-9078-A713D9780F11}" type="presParOf" srcId="{C3D16CE4-6BF9-4C95-B314-A5B5F2BFE707}" destId="{3A19A042-0EC3-47A9-B9F2-0548909FC347}" srcOrd="16" destOrd="0" presId="urn:microsoft.com/office/officeart/2016/7/layout/RepeatingBendingProcessNew"/>
    <dgm:cxn modelId="{DF6EDBC1-53C1-430E-AB42-85708F0DB342}" type="presParOf" srcId="{C3D16CE4-6BF9-4C95-B314-A5B5F2BFE707}" destId="{28B361A7-CADC-4547-AE57-43489E9A9CBC}" srcOrd="17" destOrd="0" presId="urn:microsoft.com/office/officeart/2016/7/layout/RepeatingBendingProcessNew"/>
    <dgm:cxn modelId="{95743AD0-23C0-463D-9061-6DE6F412C723}" type="presParOf" srcId="{28B361A7-CADC-4547-AE57-43489E9A9CBC}" destId="{5C50CD22-C0D1-49A7-A377-852ECBFD9ABB}" srcOrd="0" destOrd="0" presId="urn:microsoft.com/office/officeart/2016/7/layout/RepeatingBendingProcessNew"/>
    <dgm:cxn modelId="{89095E91-4C37-4D07-8768-C00070D9B1BE}" type="presParOf" srcId="{C3D16CE4-6BF9-4C95-B314-A5B5F2BFE707}" destId="{87697C25-A448-4EF5-AC90-128AA930FB59}" srcOrd="18" destOrd="0" presId="urn:microsoft.com/office/officeart/2016/7/layout/RepeatingBendingProcessNew"/>
    <dgm:cxn modelId="{9191C25B-E4A7-4EE4-BE93-C260C860A51F}" type="presParOf" srcId="{C3D16CE4-6BF9-4C95-B314-A5B5F2BFE707}" destId="{F05A3E9D-6EDC-4EFA-95A5-E5FAAA7C387A}" srcOrd="19" destOrd="0" presId="urn:microsoft.com/office/officeart/2016/7/layout/RepeatingBendingProcessNew"/>
    <dgm:cxn modelId="{3B925374-393F-4F07-B84F-89C5FED1736D}" type="presParOf" srcId="{F05A3E9D-6EDC-4EFA-95A5-E5FAAA7C387A}" destId="{66F6BCA4-1CD3-4CF3-872E-DEF9A13BB59E}" srcOrd="0" destOrd="0" presId="urn:microsoft.com/office/officeart/2016/7/layout/RepeatingBendingProcessNew"/>
    <dgm:cxn modelId="{E47987CE-45D5-4F52-A981-21FA2A9B3484}" type="presParOf" srcId="{C3D16CE4-6BF9-4C95-B314-A5B5F2BFE707}" destId="{75B57FCD-46EF-430A-BA43-7041ABC029A2}" srcOrd="2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06559D0-DF47-42D7-8539-E43B3BF63008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AD00AD3-CF5E-490C-B22B-6B5BD57DDAD5}">
      <dgm:prSet/>
      <dgm:spPr/>
      <dgm:t>
        <a:bodyPr/>
        <a:lstStyle/>
        <a:p>
          <a:r>
            <a:rPr lang="en-US"/>
            <a:t>Campaign Type</a:t>
          </a:r>
        </a:p>
      </dgm:t>
    </dgm:pt>
    <dgm:pt modelId="{DD626A78-7D6F-4856-8C42-C5F7BDD1A07E}" type="parTrans" cxnId="{E025E8E5-E394-4560-A90E-F81438F0C4A7}">
      <dgm:prSet/>
      <dgm:spPr/>
      <dgm:t>
        <a:bodyPr/>
        <a:lstStyle/>
        <a:p>
          <a:endParaRPr lang="en-US"/>
        </a:p>
      </dgm:t>
    </dgm:pt>
    <dgm:pt modelId="{EBD3CA17-05AD-4FC0-A1B8-A95665808D3D}" type="sibTrans" cxnId="{E025E8E5-E394-4560-A90E-F81438F0C4A7}">
      <dgm:prSet/>
      <dgm:spPr/>
      <dgm:t>
        <a:bodyPr/>
        <a:lstStyle/>
        <a:p>
          <a:endParaRPr lang="en-US"/>
        </a:p>
      </dgm:t>
    </dgm:pt>
    <dgm:pt modelId="{97008C8C-0B17-444D-86A5-B1995EFDA782}">
      <dgm:prSet/>
      <dgm:spPr/>
      <dgm:t>
        <a:bodyPr/>
        <a:lstStyle/>
        <a:p>
          <a:r>
            <a:rPr lang="en-US"/>
            <a:t>• Search Campaign</a:t>
          </a:r>
        </a:p>
      </dgm:t>
    </dgm:pt>
    <dgm:pt modelId="{3311EFF9-2281-4D78-B210-F32C8ED66331}" type="parTrans" cxnId="{7E5789B5-438C-4F44-92E3-26C0771E8D45}">
      <dgm:prSet/>
      <dgm:spPr/>
      <dgm:t>
        <a:bodyPr/>
        <a:lstStyle/>
        <a:p>
          <a:endParaRPr lang="en-US"/>
        </a:p>
      </dgm:t>
    </dgm:pt>
    <dgm:pt modelId="{DF0791B3-6056-40DD-9796-F9DE97EC6C00}" type="sibTrans" cxnId="{7E5789B5-438C-4F44-92E3-26C0771E8D45}">
      <dgm:prSet/>
      <dgm:spPr/>
      <dgm:t>
        <a:bodyPr/>
        <a:lstStyle/>
        <a:p>
          <a:endParaRPr lang="en-US"/>
        </a:p>
      </dgm:t>
    </dgm:pt>
    <dgm:pt modelId="{EBDD4555-3DDB-47DE-AE41-B4C5EB406B5E}">
      <dgm:prSet/>
      <dgm:spPr/>
      <dgm:t>
        <a:bodyPr/>
        <a:lstStyle/>
        <a:p>
          <a:r>
            <a:rPr lang="en-US"/>
            <a:t>• Responsive Search Ads</a:t>
          </a:r>
        </a:p>
      </dgm:t>
    </dgm:pt>
    <dgm:pt modelId="{077ABEC7-72C9-4CBD-BC68-BAED37EFEAAD}" type="parTrans" cxnId="{6A5F53F8-DF92-42CE-B119-00993D8CAF61}">
      <dgm:prSet/>
      <dgm:spPr/>
      <dgm:t>
        <a:bodyPr/>
        <a:lstStyle/>
        <a:p>
          <a:endParaRPr lang="en-US"/>
        </a:p>
      </dgm:t>
    </dgm:pt>
    <dgm:pt modelId="{6879C54E-8CD1-4881-B92D-C48F9FE251A4}" type="sibTrans" cxnId="{6A5F53F8-DF92-42CE-B119-00993D8CAF61}">
      <dgm:prSet/>
      <dgm:spPr/>
      <dgm:t>
        <a:bodyPr/>
        <a:lstStyle/>
        <a:p>
          <a:endParaRPr lang="en-US"/>
        </a:p>
      </dgm:t>
    </dgm:pt>
    <dgm:pt modelId="{01E216FF-7A96-4E59-8613-90BA9B85DF0F}">
      <dgm:prSet/>
      <dgm:spPr/>
      <dgm:t>
        <a:bodyPr/>
        <a:lstStyle/>
        <a:p>
          <a:r>
            <a:rPr lang="en-US"/>
            <a:t>Keyword Strategy</a:t>
          </a:r>
        </a:p>
      </dgm:t>
    </dgm:pt>
    <dgm:pt modelId="{47B94BFE-2747-4F3C-BB40-E977AB94734E}" type="parTrans" cxnId="{F42CBE09-C599-4CBF-96A8-2E2B60D6503A}">
      <dgm:prSet/>
      <dgm:spPr/>
      <dgm:t>
        <a:bodyPr/>
        <a:lstStyle/>
        <a:p>
          <a:endParaRPr lang="en-US"/>
        </a:p>
      </dgm:t>
    </dgm:pt>
    <dgm:pt modelId="{9D0AE1F6-4A66-48D3-9743-4A5ED78BE7A6}" type="sibTrans" cxnId="{F42CBE09-C599-4CBF-96A8-2E2B60D6503A}">
      <dgm:prSet/>
      <dgm:spPr/>
      <dgm:t>
        <a:bodyPr/>
        <a:lstStyle/>
        <a:p>
          <a:endParaRPr lang="en-US"/>
        </a:p>
      </dgm:t>
    </dgm:pt>
    <dgm:pt modelId="{352514CF-29C9-4E72-B92E-6AF44C0A374D}">
      <dgm:prSet/>
      <dgm:spPr/>
      <dgm:t>
        <a:bodyPr/>
        <a:lstStyle/>
        <a:p>
          <a:r>
            <a:rPr lang="en-US"/>
            <a:t>• Digital Marketing Course</a:t>
          </a:r>
        </a:p>
      </dgm:t>
    </dgm:pt>
    <dgm:pt modelId="{3EE82757-F44B-4BD0-83C7-3DB5F63187ED}" type="parTrans" cxnId="{C4AABF71-3A1B-418F-A456-609C57B26C07}">
      <dgm:prSet/>
      <dgm:spPr/>
      <dgm:t>
        <a:bodyPr/>
        <a:lstStyle/>
        <a:p>
          <a:endParaRPr lang="en-US"/>
        </a:p>
      </dgm:t>
    </dgm:pt>
    <dgm:pt modelId="{6BE85964-58EC-4788-B29A-AC064C4BDCA0}" type="sibTrans" cxnId="{C4AABF71-3A1B-418F-A456-609C57B26C07}">
      <dgm:prSet/>
      <dgm:spPr/>
      <dgm:t>
        <a:bodyPr/>
        <a:lstStyle/>
        <a:p>
          <a:endParaRPr lang="en-US"/>
        </a:p>
      </dgm:t>
    </dgm:pt>
    <dgm:pt modelId="{2FE810E8-5290-4E8A-BDE2-5B2F733BFDED}">
      <dgm:prSet/>
      <dgm:spPr/>
      <dgm:t>
        <a:bodyPr/>
        <a:lstStyle/>
        <a:p>
          <a:r>
            <a:rPr lang="en-US"/>
            <a:t>• AI Course Online</a:t>
          </a:r>
        </a:p>
      </dgm:t>
    </dgm:pt>
    <dgm:pt modelId="{4F788C59-9AB3-4DE5-BB5E-9CB49404FCB2}" type="parTrans" cxnId="{439AE64D-8FC7-415D-9001-56C510D5CC54}">
      <dgm:prSet/>
      <dgm:spPr/>
      <dgm:t>
        <a:bodyPr/>
        <a:lstStyle/>
        <a:p>
          <a:endParaRPr lang="en-US"/>
        </a:p>
      </dgm:t>
    </dgm:pt>
    <dgm:pt modelId="{74565568-FFFD-476B-B6C9-5DC27EB5D8E4}" type="sibTrans" cxnId="{439AE64D-8FC7-415D-9001-56C510D5CC54}">
      <dgm:prSet/>
      <dgm:spPr/>
      <dgm:t>
        <a:bodyPr/>
        <a:lstStyle/>
        <a:p>
          <a:endParaRPr lang="en-US"/>
        </a:p>
      </dgm:t>
    </dgm:pt>
    <dgm:pt modelId="{36681437-5685-4B49-B62A-FB8F89A303B8}">
      <dgm:prSet/>
      <dgm:spPr/>
      <dgm:t>
        <a:bodyPr/>
        <a:lstStyle/>
        <a:p>
          <a:r>
            <a:rPr lang="en-US"/>
            <a:t>• Python Programming Course</a:t>
          </a:r>
        </a:p>
      </dgm:t>
    </dgm:pt>
    <dgm:pt modelId="{7B6C5DDE-FFC2-411D-B4CC-706962AB6347}" type="parTrans" cxnId="{4FAFFFCA-EA8A-4BB9-93D6-EA122EBE5819}">
      <dgm:prSet/>
      <dgm:spPr/>
      <dgm:t>
        <a:bodyPr/>
        <a:lstStyle/>
        <a:p>
          <a:endParaRPr lang="en-US"/>
        </a:p>
      </dgm:t>
    </dgm:pt>
    <dgm:pt modelId="{4B8A2032-DF95-4A9F-AA34-8B457D8B4A51}" type="sibTrans" cxnId="{4FAFFFCA-EA8A-4BB9-93D6-EA122EBE5819}">
      <dgm:prSet/>
      <dgm:spPr/>
      <dgm:t>
        <a:bodyPr/>
        <a:lstStyle/>
        <a:p>
          <a:endParaRPr lang="en-US"/>
        </a:p>
      </dgm:t>
    </dgm:pt>
    <dgm:pt modelId="{F779441C-ABFB-45D4-B5C6-FF8E63FC06B8}">
      <dgm:prSet/>
      <dgm:spPr/>
      <dgm:t>
        <a:bodyPr/>
        <a:lstStyle/>
        <a:p>
          <a:r>
            <a:rPr lang="en-US"/>
            <a:t>• Data Analytics Course</a:t>
          </a:r>
        </a:p>
      </dgm:t>
    </dgm:pt>
    <dgm:pt modelId="{86B34FC6-5209-4777-9CEF-E6CBADCCE96A}" type="parTrans" cxnId="{CC2AE265-88D7-4D49-BCB0-38AEC3A4B167}">
      <dgm:prSet/>
      <dgm:spPr/>
      <dgm:t>
        <a:bodyPr/>
        <a:lstStyle/>
        <a:p>
          <a:endParaRPr lang="en-US"/>
        </a:p>
      </dgm:t>
    </dgm:pt>
    <dgm:pt modelId="{FF4DF4CE-6975-4E8B-B926-0E955A24287B}" type="sibTrans" cxnId="{CC2AE265-88D7-4D49-BCB0-38AEC3A4B167}">
      <dgm:prSet/>
      <dgm:spPr/>
      <dgm:t>
        <a:bodyPr/>
        <a:lstStyle/>
        <a:p>
          <a:endParaRPr lang="en-US"/>
        </a:p>
      </dgm:t>
    </dgm:pt>
    <dgm:pt modelId="{C8B67471-C764-49D4-81C7-B9417E7B4780}">
      <dgm:prSet/>
      <dgm:spPr/>
      <dgm:t>
        <a:bodyPr/>
        <a:lstStyle/>
        <a:p>
          <a:r>
            <a:rPr lang="en-US"/>
            <a:t>• Online Certification Courses</a:t>
          </a:r>
        </a:p>
      </dgm:t>
    </dgm:pt>
    <dgm:pt modelId="{454215B8-7199-4C87-9AF7-32D5AD1A1CA7}" type="parTrans" cxnId="{411DBA19-031B-4728-A47A-04DE48B7DC1A}">
      <dgm:prSet/>
      <dgm:spPr/>
      <dgm:t>
        <a:bodyPr/>
        <a:lstStyle/>
        <a:p>
          <a:endParaRPr lang="en-US"/>
        </a:p>
      </dgm:t>
    </dgm:pt>
    <dgm:pt modelId="{35F7A2CE-898F-48AC-8E11-E1E8722FD383}" type="sibTrans" cxnId="{411DBA19-031B-4728-A47A-04DE48B7DC1A}">
      <dgm:prSet/>
      <dgm:spPr/>
      <dgm:t>
        <a:bodyPr/>
        <a:lstStyle/>
        <a:p>
          <a:endParaRPr lang="en-US"/>
        </a:p>
      </dgm:t>
    </dgm:pt>
    <dgm:pt modelId="{0E965154-4CBF-4BE2-8981-2649866FE501}">
      <dgm:prSet/>
      <dgm:spPr/>
      <dgm:t>
        <a:bodyPr/>
        <a:lstStyle/>
        <a:p>
          <a:r>
            <a:rPr lang="en-US"/>
            <a:t>Budget Allocation</a:t>
          </a:r>
        </a:p>
      </dgm:t>
    </dgm:pt>
    <dgm:pt modelId="{63801057-35F4-4B8B-901B-64065F60FF76}" type="parTrans" cxnId="{2B91D6E7-F2A1-423A-96AD-3A725238D264}">
      <dgm:prSet/>
      <dgm:spPr/>
      <dgm:t>
        <a:bodyPr/>
        <a:lstStyle/>
        <a:p>
          <a:endParaRPr lang="en-US"/>
        </a:p>
      </dgm:t>
    </dgm:pt>
    <dgm:pt modelId="{A8B25FA8-BD82-43DE-B62B-76E8595C7ECC}" type="sibTrans" cxnId="{2B91D6E7-F2A1-423A-96AD-3A725238D264}">
      <dgm:prSet/>
      <dgm:spPr/>
      <dgm:t>
        <a:bodyPr/>
        <a:lstStyle/>
        <a:p>
          <a:endParaRPr lang="en-US"/>
        </a:p>
      </dgm:t>
    </dgm:pt>
    <dgm:pt modelId="{AFE04F15-CBC6-4FB6-945E-04D3A9B7D984}">
      <dgm:prSet/>
      <dgm:spPr/>
      <dgm:t>
        <a:bodyPr/>
        <a:lstStyle/>
        <a:p>
          <a:r>
            <a:rPr lang="en-US"/>
            <a:t>• Daily Budget: $20</a:t>
          </a:r>
        </a:p>
      </dgm:t>
    </dgm:pt>
    <dgm:pt modelId="{9C77AC09-8863-408C-9F44-08F58D4D8DFE}" type="parTrans" cxnId="{F5DF41F7-AA5A-444A-9F51-6971AEFFA931}">
      <dgm:prSet/>
      <dgm:spPr/>
      <dgm:t>
        <a:bodyPr/>
        <a:lstStyle/>
        <a:p>
          <a:endParaRPr lang="en-US"/>
        </a:p>
      </dgm:t>
    </dgm:pt>
    <dgm:pt modelId="{522C022F-D932-458B-992C-872B31B07C0C}" type="sibTrans" cxnId="{F5DF41F7-AA5A-444A-9F51-6971AEFFA931}">
      <dgm:prSet/>
      <dgm:spPr/>
      <dgm:t>
        <a:bodyPr/>
        <a:lstStyle/>
        <a:p>
          <a:endParaRPr lang="en-US"/>
        </a:p>
      </dgm:t>
    </dgm:pt>
    <dgm:pt modelId="{0EE13AFC-5288-4FD9-B631-15C916F8BD35}">
      <dgm:prSet/>
      <dgm:spPr/>
      <dgm:t>
        <a:bodyPr/>
        <a:lstStyle/>
        <a:p>
          <a:r>
            <a:rPr lang="en-US"/>
            <a:t>• Monthly Budget: $600</a:t>
          </a:r>
        </a:p>
      </dgm:t>
    </dgm:pt>
    <dgm:pt modelId="{39C70AE5-FF94-48B4-BA01-E83DE02B4882}" type="parTrans" cxnId="{58F9C567-EC6C-49FB-8003-1F6EB6F10C34}">
      <dgm:prSet/>
      <dgm:spPr/>
      <dgm:t>
        <a:bodyPr/>
        <a:lstStyle/>
        <a:p>
          <a:endParaRPr lang="en-US"/>
        </a:p>
      </dgm:t>
    </dgm:pt>
    <dgm:pt modelId="{9BBF92C3-16BF-474E-A6D6-156CA47B37C3}" type="sibTrans" cxnId="{58F9C567-EC6C-49FB-8003-1F6EB6F10C34}">
      <dgm:prSet/>
      <dgm:spPr/>
      <dgm:t>
        <a:bodyPr/>
        <a:lstStyle/>
        <a:p>
          <a:endParaRPr lang="en-US"/>
        </a:p>
      </dgm:t>
    </dgm:pt>
    <dgm:pt modelId="{0871B78D-060B-481E-A22E-E98708801D37}">
      <dgm:prSet/>
      <dgm:spPr/>
      <dgm:t>
        <a:bodyPr/>
        <a:lstStyle/>
        <a:p>
          <a:r>
            <a:rPr lang="en-US"/>
            <a:t>Bidding Strategy</a:t>
          </a:r>
        </a:p>
      </dgm:t>
    </dgm:pt>
    <dgm:pt modelId="{A1A52933-57D8-48FC-8FF1-662A0597E4B3}" type="parTrans" cxnId="{1B101017-B809-4E5A-AB39-2C95704FC18A}">
      <dgm:prSet/>
      <dgm:spPr/>
      <dgm:t>
        <a:bodyPr/>
        <a:lstStyle/>
        <a:p>
          <a:endParaRPr lang="en-US"/>
        </a:p>
      </dgm:t>
    </dgm:pt>
    <dgm:pt modelId="{8999D826-97E6-47D7-988A-5446BAAF5303}" type="sibTrans" cxnId="{1B101017-B809-4E5A-AB39-2C95704FC18A}">
      <dgm:prSet/>
      <dgm:spPr/>
      <dgm:t>
        <a:bodyPr/>
        <a:lstStyle/>
        <a:p>
          <a:endParaRPr lang="en-US"/>
        </a:p>
      </dgm:t>
    </dgm:pt>
    <dgm:pt modelId="{E56591D2-34C6-41ED-AC95-C12FB0868976}">
      <dgm:prSet/>
      <dgm:spPr/>
      <dgm:t>
        <a:bodyPr/>
        <a:lstStyle/>
        <a:p>
          <a:r>
            <a:rPr lang="en-US"/>
            <a:t>• Maximize Clicks</a:t>
          </a:r>
        </a:p>
      </dgm:t>
    </dgm:pt>
    <dgm:pt modelId="{B7F98369-D4A1-45F0-888E-62CBABE8B950}" type="parTrans" cxnId="{3FF3F6FB-5755-4180-8E7C-76FD153C50F6}">
      <dgm:prSet/>
      <dgm:spPr/>
      <dgm:t>
        <a:bodyPr/>
        <a:lstStyle/>
        <a:p>
          <a:endParaRPr lang="en-US"/>
        </a:p>
      </dgm:t>
    </dgm:pt>
    <dgm:pt modelId="{68F7D510-3B12-41C1-A211-73EBA2B9EF87}" type="sibTrans" cxnId="{3FF3F6FB-5755-4180-8E7C-76FD153C50F6}">
      <dgm:prSet/>
      <dgm:spPr/>
      <dgm:t>
        <a:bodyPr/>
        <a:lstStyle/>
        <a:p>
          <a:endParaRPr lang="en-US"/>
        </a:p>
      </dgm:t>
    </dgm:pt>
    <dgm:pt modelId="{0A9F916A-AEF7-4E06-8194-092669F9507E}">
      <dgm:prSet/>
      <dgm:spPr/>
      <dgm:t>
        <a:bodyPr/>
        <a:lstStyle/>
        <a:p>
          <a:r>
            <a:rPr lang="en-US"/>
            <a:t>• Maximize Conversions</a:t>
          </a:r>
        </a:p>
      </dgm:t>
    </dgm:pt>
    <dgm:pt modelId="{4CB94231-8F60-4256-A99E-584ACA79CB33}" type="parTrans" cxnId="{89B3B0B1-1F82-493E-8929-E99108B1E480}">
      <dgm:prSet/>
      <dgm:spPr/>
      <dgm:t>
        <a:bodyPr/>
        <a:lstStyle/>
        <a:p>
          <a:endParaRPr lang="en-US"/>
        </a:p>
      </dgm:t>
    </dgm:pt>
    <dgm:pt modelId="{519B1B4B-75EB-4678-BAE4-688A2FB483A4}" type="sibTrans" cxnId="{89B3B0B1-1F82-493E-8929-E99108B1E480}">
      <dgm:prSet/>
      <dgm:spPr/>
      <dgm:t>
        <a:bodyPr/>
        <a:lstStyle/>
        <a:p>
          <a:endParaRPr lang="en-US"/>
        </a:p>
      </dgm:t>
    </dgm:pt>
    <dgm:pt modelId="{5A387DD6-FCB6-4326-8530-B255CAB0BD24}" type="pres">
      <dgm:prSet presAssocID="{006559D0-DF47-42D7-8539-E43B3BF63008}" presName="Name0" presStyleCnt="0">
        <dgm:presLayoutVars>
          <dgm:dir/>
          <dgm:resizeHandles/>
        </dgm:presLayoutVars>
      </dgm:prSet>
      <dgm:spPr/>
    </dgm:pt>
    <dgm:pt modelId="{319F1B21-0495-4C58-9072-D908BAB9EBF9}" type="pres">
      <dgm:prSet presAssocID="{4AD00AD3-CF5E-490C-B22B-6B5BD57DDAD5}" presName="compNode" presStyleCnt="0"/>
      <dgm:spPr/>
    </dgm:pt>
    <dgm:pt modelId="{F3FF02C5-9049-495E-9619-BD29400B54CD}" type="pres">
      <dgm:prSet presAssocID="{4AD00AD3-CF5E-490C-B22B-6B5BD57DDAD5}" presName="dummyConnPt" presStyleCnt="0"/>
      <dgm:spPr/>
    </dgm:pt>
    <dgm:pt modelId="{C3C4EA41-D372-47D3-BD1F-61D95EB6CF37}" type="pres">
      <dgm:prSet presAssocID="{4AD00AD3-CF5E-490C-B22B-6B5BD57DDAD5}" presName="node" presStyleLbl="node1" presStyleIdx="0" presStyleCnt="15">
        <dgm:presLayoutVars>
          <dgm:bulletEnabled val="1"/>
        </dgm:presLayoutVars>
      </dgm:prSet>
      <dgm:spPr/>
    </dgm:pt>
    <dgm:pt modelId="{B2DBE957-3D54-48CE-B0D4-3EC2F153FC17}" type="pres">
      <dgm:prSet presAssocID="{EBD3CA17-05AD-4FC0-A1B8-A95665808D3D}" presName="sibTrans" presStyleLbl="bgSibTrans2D1" presStyleIdx="0" presStyleCnt="14"/>
      <dgm:spPr/>
    </dgm:pt>
    <dgm:pt modelId="{4381C6EE-6A2B-4720-807A-A0A419E06FA6}" type="pres">
      <dgm:prSet presAssocID="{97008C8C-0B17-444D-86A5-B1995EFDA782}" presName="compNode" presStyleCnt="0"/>
      <dgm:spPr/>
    </dgm:pt>
    <dgm:pt modelId="{E48317B8-3023-4CAB-8496-4BD7780D479C}" type="pres">
      <dgm:prSet presAssocID="{97008C8C-0B17-444D-86A5-B1995EFDA782}" presName="dummyConnPt" presStyleCnt="0"/>
      <dgm:spPr/>
    </dgm:pt>
    <dgm:pt modelId="{41CD6D99-E3A9-4DB5-A9D9-FB4955DAC506}" type="pres">
      <dgm:prSet presAssocID="{97008C8C-0B17-444D-86A5-B1995EFDA782}" presName="node" presStyleLbl="node1" presStyleIdx="1" presStyleCnt="15">
        <dgm:presLayoutVars>
          <dgm:bulletEnabled val="1"/>
        </dgm:presLayoutVars>
      </dgm:prSet>
      <dgm:spPr/>
    </dgm:pt>
    <dgm:pt modelId="{9AAAB897-ABFE-4AD0-A2BE-712654805FEC}" type="pres">
      <dgm:prSet presAssocID="{DF0791B3-6056-40DD-9796-F9DE97EC6C00}" presName="sibTrans" presStyleLbl="bgSibTrans2D1" presStyleIdx="1" presStyleCnt="14"/>
      <dgm:spPr/>
    </dgm:pt>
    <dgm:pt modelId="{81068B34-2FB2-4DA8-9E90-83DDAE57408F}" type="pres">
      <dgm:prSet presAssocID="{EBDD4555-3DDB-47DE-AE41-B4C5EB406B5E}" presName="compNode" presStyleCnt="0"/>
      <dgm:spPr/>
    </dgm:pt>
    <dgm:pt modelId="{B696B523-9823-460E-A4B9-73709F870114}" type="pres">
      <dgm:prSet presAssocID="{EBDD4555-3DDB-47DE-AE41-B4C5EB406B5E}" presName="dummyConnPt" presStyleCnt="0"/>
      <dgm:spPr/>
    </dgm:pt>
    <dgm:pt modelId="{1DA4B95B-91E2-4600-B538-96E47335E968}" type="pres">
      <dgm:prSet presAssocID="{EBDD4555-3DDB-47DE-AE41-B4C5EB406B5E}" presName="node" presStyleLbl="node1" presStyleIdx="2" presStyleCnt="15">
        <dgm:presLayoutVars>
          <dgm:bulletEnabled val="1"/>
        </dgm:presLayoutVars>
      </dgm:prSet>
      <dgm:spPr/>
    </dgm:pt>
    <dgm:pt modelId="{1A3FAC82-D869-41A3-BCC1-8E3E18B3533D}" type="pres">
      <dgm:prSet presAssocID="{6879C54E-8CD1-4881-B92D-C48F9FE251A4}" presName="sibTrans" presStyleLbl="bgSibTrans2D1" presStyleIdx="2" presStyleCnt="14"/>
      <dgm:spPr/>
    </dgm:pt>
    <dgm:pt modelId="{A97033C9-CC5D-4EDA-A77A-E5AD5B829C33}" type="pres">
      <dgm:prSet presAssocID="{01E216FF-7A96-4E59-8613-90BA9B85DF0F}" presName="compNode" presStyleCnt="0"/>
      <dgm:spPr/>
    </dgm:pt>
    <dgm:pt modelId="{D53CF6C5-7AA6-443D-BDF1-FB3AC12F4B24}" type="pres">
      <dgm:prSet presAssocID="{01E216FF-7A96-4E59-8613-90BA9B85DF0F}" presName="dummyConnPt" presStyleCnt="0"/>
      <dgm:spPr/>
    </dgm:pt>
    <dgm:pt modelId="{2CA115A2-3452-46A9-9101-80C5C6CE5126}" type="pres">
      <dgm:prSet presAssocID="{01E216FF-7A96-4E59-8613-90BA9B85DF0F}" presName="node" presStyleLbl="node1" presStyleIdx="3" presStyleCnt="15">
        <dgm:presLayoutVars>
          <dgm:bulletEnabled val="1"/>
        </dgm:presLayoutVars>
      </dgm:prSet>
      <dgm:spPr/>
    </dgm:pt>
    <dgm:pt modelId="{EF4FDCA8-672A-43BC-BB88-8CCF81352A71}" type="pres">
      <dgm:prSet presAssocID="{9D0AE1F6-4A66-48D3-9743-4A5ED78BE7A6}" presName="sibTrans" presStyleLbl="bgSibTrans2D1" presStyleIdx="3" presStyleCnt="14"/>
      <dgm:spPr/>
    </dgm:pt>
    <dgm:pt modelId="{078F0082-496C-4576-A3CE-D736515DE0D0}" type="pres">
      <dgm:prSet presAssocID="{352514CF-29C9-4E72-B92E-6AF44C0A374D}" presName="compNode" presStyleCnt="0"/>
      <dgm:spPr/>
    </dgm:pt>
    <dgm:pt modelId="{08903874-C31F-4711-8EBA-FF8E38F54823}" type="pres">
      <dgm:prSet presAssocID="{352514CF-29C9-4E72-B92E-6AF44C0A374D}" presName="dummyConnPt" presStyleCnt="0"/>
      <dgm:spPr/>
    </dgm:pt>
    <dgm:pt modelId="{7F096265-A598-4088-BF9A-74376F7CE5B0}" type="pres">
      <dgm:prSet presAssocID="{352514CF-29C9-4E72-B92E-6AF44C0A374D}" presName="node" presStyleLbl="node1" presStyleIdx="4" presStyleCnt="15">
        <dgm:presLayoutVars>
          <dgm:bulletEnabled val="1"/>
        </dgm:presLayoutVars>
      </dgm:prSet>
      <dgm:spPr/>
    </dgm:pt>
    <dgm:pt modelId="{885D4096-4E6C-45A6-B49F-CE4E7EFC8CF0}" type="pres">
      <dgm:prSet presAssocID="{6BE85964-58EC-4788-B29A-AC064C4BDCA0}" presName="sibTrans" presStyleLbl="bgSibTrans2D1" presStyleIdx="4" presStyleCnt="14"/>
      <dgm:spPr/>
    </dgm:pt>
    <dgm:pt modelId="{792305FC-6E58-4188-ACE7-C85BA24A3BF9}" type="pres">
      <dgm:prSet presAssocID="{2FE810E8-5290-4E8A-BDE2-5B2F733BFDED}" presName="compNode" presStyleCnt="0"/>
      <dgm:spPr/>
    </dgm:pt>
    <dgm:pt modelId="{7A67D632-55B2-49E2-8014-43887388F090}" type="pres">
      <dgm:prSet presAssocID="{2FE810E8-5290-4E8A-BDE2-5B2F733BFDED}" presName="dummyConnPt" presStyleCnt="0"/>
      <dgm:spPr/>
    </dgm:pt>
    <dgm:pt modelId="{D759E578-2C59-4760-A418-578D68AEB6A2}" type="pres">
      <dgm:prSet presAssocID="{2FE810E8-5290-4E8A-BDE2-5B2F733BFDED}" presName="node" presStyleLbl="node1" presStyleIdx="5" presStyleCnt="15">
        <dgm:presLayoutVars>
          <dgm:bulletEnabled val="1"/>
        </dgm:presLayoutVars>
      </dgm:prSet>
      <dgm:spPr/>
    </dgm:pt>
    <dgm:pt modelId="{84E07028-5B30-44EC-B29B-38E9812438AB}" type="pres">
      <dgm:prSet presAssocID="{74565568-FFFD-476B-B6C9-5DC27EB5D8E4}" presName="sibTrans" presStyleLbl="bgSibTrans2D1" presStyleIdx="5" presStyleCnt="14"/>
      <dgm:spPr/>
    </dgm:pt>
    <dgm:pt modelId="{E72CB089-FA9C-401B-BB6B-59B0941C11FD}" type="pres">
      <dgm:prSet presAssocID="{36681437-5685-4B49-B62A-FB8F89A303B8}" presName="compNode" presStyleCnt="0"/>
      <dgm:spPr/>
    </dgm:pt>
    <dgm:pt modelId="{5CA0DCA0-1EA6-4869-8F82-85C510F81BD1}" type="pres">
      <dgm:prSet presAssocID="{36681437-5685-4B49-B62A-FB8F89A303B8}" presName="dummyConnPt" presStyleCnt="0"/>
      <dgm:spPr/>
    </dgm:pt>
    <dgm:pt modelId="{D17EE332-5458-4D3C-B9A8-2DBD326FDE30}" type="pres">
      <dgm:prSet presAssocID="{36681437-5685-4B49-B62A-FB8F89A303B8}" presName="node" presStyleLbl="node1" presStyleIdx="6" presStyleCnt="15">
        <dgm:presLayoutVars>
          <dgm:bulletEnabled val="1"/>
        </dgm:presLayoutVars>
      </dgm:prSet>
      <dgm:spPr/>
    </dgm:pt>
    <dgm:pt modelId="{5B45AFB6-2DFA-4716-B450-FE7BFF68B42A}" type="pres">
      <dgm:prSet presAssocID="{4B8A2032-DF95-4A9F-AA34-8B457D8B4A51}" presName="sibTrans" presStyleLbl="bgSibTrans2D1" presStyleIdx="6" presStyleCnt="14"/>
      <dgm:spPr/>
    </dgm:pt>
    <dgm:pt modelId="{37E8B35B-15CB-44D4-BE48-4998B37EB649}" type="pres">
      <dgm:prSet presAssocID="{F779441C-ABFB-45D4-B5C6-FF8E63FC06B8}" presName="compNode" presStyleCnt="0"/>
      <dgm:spPr/>
    </dgm:pt>
    <dgm:pt modelId="{4280D499-3479-40E3-923E-10EAB14DF95C}" type="pres">
      <dgm:prSet presAssocID="{F779441C-ABFB-45D4-B5C6-FF8E63FC06B8}" presName="dummyConnPt" presStyleCnt="0"/>
      <dgm:spPr/>
    </dgm:pt>
    <dgm:pt modelId="{0A440CBE-AA8C-459C-8849-DF8FB962ADD0}" type="pres">
      <dgm:prSet presAssocID="{F779441C-ABFB-45D4-B5C6-FF8E63FC06B8}" presName="node" presStyleLbl="node1" presStyleIdx="7" presStyleCnt="15">
        <dgm:presLayoutVars>
          <dgm:bulletEnabled val="1"/>
        </dgm:presLayoutVars>
      </dgm:prSet>
      <dgm:spPr/>
    </dgm:pt>
    <dgm:pt modelId="{5A4E8AE6-7427-43C0-A03C-CB65D855C127}" type="pres">
      <dgm:prSet presAssocID="{FF4DF4CE-6975-4E8B-B926-0E955A24287B}" presName="sibTrans" presStyleLbl="bgSibTrans2D1" presStyleIdx="7" presStyleCnt="14"/>
      <dgm:spPr/>
    </dgm:pt>
    <dgm:pt modelId="{2E9D9199-92FC-4ADD-B6BE-5CCD61E1CB98}" type="pres">
      <dgm:prSet presAssocID="{C8B67471-C764-49D4-81C7-B9417E7B4780}" presName="compNode" presStyleCnt="0"/>
      <dgm:spPr/>
    </dgm:pt>
    <dgm:pt modelId="{6D23C45C-4C9E-4EEA-BD02-43C6B426DBFB}" type="pres">
      <dgm:prSet presAssocID="{C8B67471-C764-49D4-81C7-B9417E7B4780}" presName="dummyConnPt" presStyleCnt="0"/>
      <dgm:spPr/>
    </dgm:pt>
    <dgm:pt modelId="{2503B503-F0AE-4FE5-95D6-F2A25C82CE9C}" type="pres">
      <dgm:prSet presAssocID="{C8B67471-C764-49D4-81C7-B9417E7B4780}" presName="node" presStyleLbl="node1" presStyleIdx="8" presStyleCnt="15">
        <dgm:presLayoutVars>
          <dgm:bulletEnabled val="1"/>
        </dgm:presLayoutVars>
      </dgm:prSet>
      <dgm:spPr/>
    </dgm:pt>
    <dgm:pt modelId="{2375E353-A169-43FD-8035-0B1EF3C6CFED}" type="pres">
      <dgm:prSet presAssocID="{35F7A2CE-898F-48AC-8E11-E1E8722FD383}" presName="sibTrans" presStyleLbl="bgSibTrans2D1" presStyleIdx="8" presStyleCnt="14"/>
      <dgm:spPr/>
    </dgm:pt>
    <dgm:pt modelId="{9642CA55-60FE-4815-87BB-65FD99070C08}" type="pres">
      <dgm:prSet presAssocID="{0E965154-4CBF-4BE2-8981-2649866FE501}" presName="compNode" presStyleCnt="0"/>
      <dgm:spPr/>
    </dgm:pt>
    <dgm:pt modelId="{6F004411-8CAE-4A76-9915-4EF6DD6B59BD}" type="pres">
      <dgm:prSet presAssocID="{0E965154-4CBF-4BE2-8981-2649866FE501}" presName="dummyConnPt" presStyleCnt="0"/>
      <dgm:spPr/>
    </dgm:pt>
    <dgm:pt modelId="{C47F54A1-D286-4588-9FC5-D03D7863C9AD}" type="pres">
      <dgm:prSet presAssocID="{0E965154-4CBF-4BE2-8981-2649866FE501}" presName="node" presStyleLbl="node1" presStyleIdx="9" presStyleCnt="15">
        <dgm:presLayoutVars>
          <dgm:bulletEnabled val="1"/>
        </dgm:presLayoutVars>
      </dgm:prSet>
      <dgm:spPr/>
    </dgm:pt>
    <dgm:pt modelId="{9D679AE6-9181-4ED7-A39A-FCADB6E43861}" type="pres">
      <dgm:prSet presAssocID="{A8B25FA8-BD82-43DE-B62B-76E8595C7ECC}" presName="sibTrans" presStyleLbl="bgSibTrans2D1" presStyleIdx="9" presStyleCnt="14"/>
      <dgm:spPr/>
    </dgm:pt>
    <dgm:pt modelId="{8EBB1454-2019-4262-A381-402945DEFA2B}" type="pres">
      <dgm:prSet presAssocID="{AFE04F15-CBC6-4FB6-945E-04D3A9B7D984}" presName="compNode" presStyleCnt="0"/>
      <dgm:spPr/>
    </dgm:pt>
    <dgm:pt modelId="{D1FAFAC0-0543-442A-96E4-70E21A3DB4AD}" type="pres">
      <dgm:prSet presAssocID="{AFE04F15-CBC6-4FB6-945E-04D3A9B7D984}" presName="dummyConnPt" presStyleCnt="0"/>
      <dgm:spPr/>
    </dgm:pt>
    <dgm:pt modelId="{1CDC049F-528E-4F19-AB2A-273D2DC3CB4B}" type="pres">
      <dgm:prSet presAssocID="{AFE04F15-CBC6-4FB6-945E-04D3A9B7D984}" presName="node" presStyleLbl="node1" presStyleIdx="10" presStyleCnt="15">
        <dgm:presLayoutVars>
          <dgm:bulletEnabled val="1"/>
        </dgm:presLayoutVars>
      </dgm:prSet>
      <dgm:spPr/>
    </dgm:pt>
    <dgm:pt modelId="{9F7BDE07-3FC0-41E9-87DD-C78001FEBDB8}" type="pres">
      <dgm:prSet presAssocID="{522C022F-D932-458B-992C-872B31B07C0C}" presName="sibTrans" presStyleLbl="bgSibTrans2D1" presStyleIdx="10" presStyleCnt="14"/>
      <dgm:spPr/>
    </dgm:pt>
    <dgm:pt modelId="{51322DF4-3EF3-46F1-BA81-2EDD2E29E16A}" type="pres">
      <dgm:prSet presAssocID="{0EE13AFC-5288-4FD9-B631-15C916F8BD35}" presName="compNode" presStyleCnt="0"/>
      <dgm:spPr/>
    </dgm:pt>
    <dgm:pt modelId="{63B61832-F51F-4D08-ABF3-7A3515049F7C}" type="pres">
      <dgm:prSet presAssocID="{0EE13AFC-5288-4FD9-B631-15C916F8BD35}" presName="dummyConnPt" presStyleCnt="0"/>
      <dgm:spPr/>
    </dgm:pt>
    <dgm:pt modelId="{FBFA6360-A231-4877-A0C9-07024022912F}" type="pres">
      <dgm:prSet presAssocID="{0EE13AFC-5288-4FD9-B631-15C916F8BD35}" presName="node" presStyleLbl="node1" presStyleIdx="11" presStyleCnt="15">
        <dgm:presLayoutVars>
          <dgm:bulletEnabled val="1"/>
        </dgm:presLayoutVars>
      </dgm:prSet>
      <dgm:spPr/>
    </dgm:pt>
    <dgm:pt modelId="{22269AAF-F5D6-49E2-AD77-E225F4C7F45D}" type="pres">
      <dgm:prSet presAssocID="{9BBF92C3-16BF-474E-A6D6-156CA47B37C3}" presName="sibTrans" presStyleLbl="bgSibTrans2D1" presStyleIdx="11" presStyleCnt="14"/>
      <dgm:spPr/>
    </dgm:pt>
    <dgm:pt modelId="{69DE0EF3-2D2D-4C6D-BF1D-C25100AA48BE}" type="pres">
      <dgm:prSet presAssocID="{0871B78D-060B-481E-A22E-E98708801D37}" presName="compNode" presStyleCnt="0"/>
      <dgm:spPr/>
    </dgm:pt>
    <dgm:pt modelId="{A54FBCF7-CC22-44F2-A211-14E85145F9CB}" type="pres">
      <dgm:prSet presAssocID="{0871B78D-060B-481E-A22E-E98708801D37}" presName="dummyConnPt" presStyleCnt="0"/>
      <dgm:spPr/>
    </dgm:pt>
    <dgm:pt modelId="{4FFC079F-A7FF-4749-AE83-B472B214D0FE}" type="pres">
      <dgm:prSet presAssocID="{0871B78D-060B-481E-A22E-E98708801D37}" presName="node" presStyleLbl="node1" presStyleIdx="12" presStyleCnt="15">
        <dgm:presLayoutVars>
          <dgm:bulletEnabled val="1"/>
        </dgm:presLayoutVars>
      </dgm:prSet>
      <dgm:spPr/>
    </dgm:pt>
    <dgm:pt modelId="{84D7248D-8D9C-434A-AB25-27720072AB8D}" type="pres">
      <dgm:prSet presAssocID="{8999D826-97E6-47D7-988A-5446BAAF5303}" presName="sibTrans" presStyleLbl="bgSibTrans2D1" presStyleIdx="12" presStyleCnt="14"/>
      <dgm:spPr/>
    </dgm:pt>
    <dgm:pt modelId="{AF850B83-ED7E-43F4-9BC9-8DE72E49F0B5}" type="pres">
      <dgm:prSet presAssocID="{E56591D2-34C6-41ED-AC95-C12FB0868976}" presName="compNode" presStyleCnt="0"/>
      <dgm:spPr/>
    </dgm:pt>
    <dgm:pt modelId="{309E0DBD-5600-4648-9E88-426BBC54AF7B}" type="pres">
      <dgm:prSet presAssocID="{E56591D2-34C6-41ED-AC95-C12FB0868976}" presName="dummyConnPt" presStyleCnt="0"/>
      <dgm:spPr/>
    </dgm:pt>
    <dgm:pt modelId="{927A9514-99BF-4271-9342-E16011E73EE2}" type="pres">
      <dgm:prSet presAssocID="{E56591D2-34C6-41ED-AC95-C12FB0868976}" presName="node" presStyleLbl="node1" presStyleIdx="13" presStyleCnt="15">
        <dgm:presLayoutVars>
          <dgm:bulletEnabled val="1"/>
        </dgm:presLayoutVars>
      </dgm:prSet>
      <dgm:spPr/>
    </dgm:pt>
    <dgm:pt modelId="{EC9B54D4-B824-4BEB-8B77-CE3C92117193}" type="pres">
      <dgm:prSet presAssocID="{68F7D510-3B12-41C1-A211-73EBA2B9EF87}" presName="sibTrans" presStyleLbl="bgSibTrans2D1" presStyleIdx="13" presStyleCnt="14"/>
      <dgm:spPr/>
    </dgm:pt>
    <dgm:pt modelId="{2D41E7F9-EC43-4333-8E1E-D32DFCAA0644}" type="pres">
      <dgm:prSet presAssocID="{0A9F916A-AEF7-4E06-8194-092669F9507E}" presName="compNode" presStyleCnt="0"/>
      <dgm:spPr/>
    </dgm:pt>
    <dgm:pt modelId="{A2928DB6-DACA-4A4D-AAEB-222C82D8CB6E}" type="pres">
      <dgm:prSet presAssocID="{0A9F916A-AEF7-4E06-8194-092669F9507E}" presName="dummyConnPt" presStyleCnt="0"/>
      <dgm:spPr/>
    </dgm:pt>
    <dgm:pt modelId="{0E421A2B-786B-46AD-92EF-D6531B27C288}" type="pres">
      <dgm:prSet presAssocID="{0A9F916A-AEF7-4E06-8194-092669F9507E}" presName="node" presStyleLbl="node1" presStyleIdx="14" presStyleCnt="15">
        <dgm:presLayoutVars>
          <dgm:bulletEnabled val="1"/>
        </dgm:presLayoutVars>
      </dgm:prSet>
      <dgm:spPr/>
    </dgm:pt>
  </dgm:ptLst>
  <dgm:cxnLst>
    <dgm:cxn modelId="{F42CBE09-C599-4CBF-96A8-2E2B60D6503A}" srcId="{006559D0-DF47-42D7-8539-E43B3BF63008}" destId="{01E216FF-7A96-4E59-8613-90BA9B85DF0F}" srcOrd="3" destOrd="0" parTransId="{47B94BFE-2747-4F3C-BB40-E977AB94734E}" sibTransId="{9D0AE1F6-4A66-48D3-9743-4A5ED78BE7A6}"/>
    <dgm:cxn modelId="{50D99D15-E0DE-40FA-93CD-C59BFC593D32}" type="presOf" srcId="{A8B25FA8-BD82-43DE-B62B-76E8595C7ECC}" destId="{9D679AE6-9181-4ED7-A39A-FCADB6E43861}" srcOrd="0" destOrd="0" presId="urn:microsoft.com/office/officeart/2005/8/layout/bProcess4"/>
    <dgm:cxn modelId="{1B101017-B809-4E5A-AB39-2C95704FC18A}" srcId="{006559D0-DF47-42D7-8539-E43B3BF63008}" destId="{0871B78D-060B-481E-A22E-E98708801D37}" srcOrd="12" destOrd="0" parTransId="{A1A52933-57D8-48FC-8FF1-662A0597E4B3}" sibTransId="{8999D826-97E6-47D7-988A-5446BAAF5303}"/>
    <dgm:cxn modelId="{E2AA1D17-79A1-4287-8CED-BB5147F28503}" type="presOf" srcId="{C8B67471-C764-49D4-81C7-B9417E7B4780}" destId="{2503B503-F0AE-4FE5-95D6-F2A25C82CE9C}" srcOrd="0" destOrd="0" presId="urn:microsoft.com/office/officeart/2005/8/layout/bProcess4"/>
    <dgm:cxn modelId="{411DBA19-031B-4728-A47A-04DE48B7DC1A}" srcId="{006559D0-DF47-42D7-8539-E43B3BF63008}" destId="{C8B67471-C764-49D4-81C7-B9417E7B4780}" srcOrd="8" destOrd="0" parTransId="{454215B8-7199-4C87-9AF7-32D5AD1A1CA7}" sibTransId="{35F7A2CE-898F-48AC-8E11-E1E8722FD383}"/>
    <dgm:cxn modelId="{10FDB01B-B434-49B2-A8C6-992EA0D0978B}" type="presOf" srcId="{74565568-FFFD-476B-B6C9-5DC27EB5D8E4}" destId="{84E07028-5B30-44EC-B29B-38E9812438AB}" srcOrd="0" destOrd="0" presId="urn:microsoft.com/office/officeart/2005/8/layout/bProcess4"/>
    <dgm:cxn modelId="{9182711E-466F-4B41-BB30-113E84836D86}" type="presOf" srcId="{352514CF-29C9-4E72-B92E-6AF44C0A374D}" destId="{7F096265-A598-4088-BF9A-74376F7CE5B0}" srcOrd="0" destOrd="0" presId="urn:microsoft.com/office/officeart/2005/8/layout/bProcess4"/>
    <dgm:cxn modelId="{B40A951F-5CD3-4FFF-9338-F28777C0E2ED}" type="presOf" srcId="{522C022F-D932-458B-992C-872B31B07C0C}" destId="{9F7BDE07-3FC0-41E9-87DD-C78001FEBDB8}" srcOrd="0" destOrd="0" presId="urn:microsoft.com/office/officeart/2005/8/layout/bProcess4"/>
    <dgm:cxn modelId="{030C951F-F144-42DD-8225-0840ADD27D9D}" type="presOf" srcId="{9D0AE1F6-4A66-48D3-9743-4A5ED78BE7A6}" destId="{EF4FDCA8-672A-43BC-BB88-8CCF81352A71}" srcOrd="0" destOrd="0" presId="urn:microsoft.com/office/officeart/2005/8/layout/bProcess4"/>
    <dgm:cxn modelId="{FEBF4F2D-7602-43A4-BB28-74FCFB29080A}" type="presOf" srcId="{6879C54E-8CD1-4881-B92D-C48F9FE251A4}" destId="{1A3FAC82-D869-41A3-BCC1-8E3E18B3533D}" srcOrd="0" destOrd="0" presId="urn:microsoft.com/office/officeart/2005/8/layout/bProcess4"/>
    <dgm:cxn modelId="{1861013C-BD9C-4638-AE77-7BB41EEEAB94}" type="presOf" srcId="{0E965154-4CBF-4BE2-8981-2649866FE501}" destId="{C47F54A1-D286-4588-9FC5-D03D7863C9AD}" srcOrd="0" destOrd="0" presId="urn:microsoft.com/office/officeart/2005/8/layout/bProcess4"/>
    <dgm:cxn modelId="{2CEFF53E-8A45-4762-B627-0D8A0B6B555F}" type="presOf" srcId="{36681437-5685-4B49-B62A-FB8F89A303B8}" destId="{D17EE332-5458-4D3C-B9A8-2DBD326FDE30}" srcOrd="0" destOrd="0" presId="urn:microsoft.com/office/officeart/2005/8/layout/bProcess4"/>
    <dgm:cxn modelId="{FB2AAC5F-E563-4888-BA0A-AAEE15A64201}" type="presOf" srcId="{01E216FF-7A96-4E59-8613-90BA9B85DF0F}" destId="{2CA115A2-3452-46A9-9101-80C5C6CE5126}" srcOrd="0" destOrd="0" presId="urn:microsoft.com/office/officeart/2005/8/layout/bProcess4"/>
    <dgm:cxn modelId="{9A089764-071D-4AD9-B774-68527E2D7BB2}" type="presOf" srcId="{68F7D510-3B12-41C1-A211-73EBA2B9EF87}" destId="{EC9B54D4-B824-4BEB-8B77-CE3C92117193}" srcOrd="0" destOrd="0" presId="urn:microsoft.com/office/officeart/2005/8/layout/bProcess4"/>
    <dgm:cxn modelId="{CC2AE265-88D7-4D49-BCB0-38AEC3A4B167}" srcId="{006559D0-DF47-42D7-8539-E43B3BF63008}" destId="{F779441C-ABFB-45D4-B5C6-FF8E63FC06B8}" srcOrd="7" destOrd="0" parTransId="{86B34FC6-5209-4777-9CEF-E6CBADCCE96A}" sibTransId="{FF4DF4CE-6975-4E8B-B926-0E955A24287B}"/>
    <dgm:cxn modelId="{58F9C567-EC6C-49FB-8003-1F6EB6F10C34}" srcId="{006559D0-DF47-42D7-8539-E43B3BF63008}" destId="{0EE13AFC-5288-4FD9-B631-15C916F8BD35}" srcOrd="11" destOrd="0" parTransId="{39C70AE5-FF94-48B4-BA01-E83DE02B4882}" sibTransId="{9BBF92C3-16BF-474E-A6D6-156CA47B37C3}"/>
    <dgm:cxn modelId="{B5A3986D-A836-4D86-A526-7F039C1D4E5A}" type="presOf" srcId="{AFE04F15-CBC6-4FB6-945E-04D3A9B7D984}" destId="{1CDC049F-528E-4F19-AB2A-273D2DC3CB4B}" srcOrd="0" destOrd="0" presId="urn:microsoft.com/office/officeart/2005/8/layout/bProcess4"/>
    <dgm:cxn modelId="{BC72D04D-8DC6-4AAA-9C56-AB6525DCE26A}" type="presOf" srcId="{8999D826-97E6-47D7-988A-5446BAAF5303}" destId="{84D7248D-8D9C-434A-AB25-27720072AB8D}" srcOrd="0" destOrd="0" presId="urn:microsoft.com/office/officeart/2005/8/layout/bProcess4"/>
    <dgm:cxn modelId="{439AE64D-8FC7-415D-9001-56C510D5CC54}" srcId="{006559D0-DF47-42D7-8539-E43B3BF63008}" destId="{2FE810E8-5290-4E8A-BDE2-5B2F733BFDED}" srcOrd="5" destOrd="0" parTransId="{4F788C59-9AB3-4DE5-BB5E-9CB49404FCB2}" sibTransId="{74565568-FFFD-476B-B6C9-5DC27EB5D8E4}"/>
    <dgm:cxn modelId="{C4AABF71-3A1B-418F-A456-609C57B26C07}" srcId="{006559D0-DF47-42D7-8539-E43B3BF63008}" destId="{352514CF-29C9-4E72-B92E-6AF44C0A374D}" srcOrd="4" destOrd="0" parTransId="{3EE82757-F44B-4BD0-83C7-3DB5F63187ED}" sibTransId="{6BE85964-58EC-4788-B29A-AC064C4BDCA0}"/>
    <dgm:cxn modelId="{D905DD7A-1842-41AF-A65E-DD663F5426A3}" type="presOf" srcId="{0871B78D-060B-481E-A22E-E98708801D37}" destId="{4FFC079F-A7FF-4749-AE83-B472B214D0FE}" srcOrd="0" destOrd="0" presId="urn:microsoft.com/office/officeart/2005/8/layout/bProcess4"/>
    <dgm:cxn modelId="{EBB9178A-8BD2-49B9-8246-811E0EEDE283}" type="presOf" srcId="{006559D0-DF47-42D7-8539-E43B3BF63008}" destId="{5A387DD6-FCB6-4326-8530-B255CAB0BD24}" srcOrd="0" destOrd="0" presId="urn:microsoft.com/office/officeart/2005/8/layout/bProcess4"/>
    <dgm:cxn modelId="{9753DB9B-0170-4EA6-99CB-57AB3219464E}" type="presOf" srcId="{E56591D2-34C6-41ED-AC95-C12FB0868976}" destId="{927A9514-99BF-4271-9342-E16011E73EE2}" srcOrd="0" destOrd="0" presId="urn:microsoft.com/office/officeart/2005/8/layout/bProcess4"/>
    <dgm:cxn modelId="{AAB5799D-C11E-4AFE-AE56-9E36F571B85A}" type="presOf" srcId="{35F7A2CE-898F-48AC-8E11-E1E8722FD383}" destId="{2375E353-A169-43FD-8035-0B1EF3C6CFED}" srcOrd="0" destOrd="0" presId="urn:microsoft.com/office/officeart/2005/8/layout/bProcess4"/>
    <dgm:cxn modelId="{495E32A0-1FDF-4EA8-AFC0-EBFA8E6227C5}" type="presOf" srcId="{EBDD4555-3DDB-47DE-AE41-B4C5EB406B5E}" destId="{1DA4B95B-91E2-4600-B538-96E47335E968}" srcOrd="0" destOrd="0" presId="urn:microsoft.com/office/officeart/2005/8/layout/bProcess4"/>
    <dgm:cxn modelId="{2E1591A1-B1EA-41CC-A1EB-BCEF2A4B4A38}" type="presOf" srcId="{0EE13AFC-5288-4FD9-B631-15C916F8BD35}" destId="{FBFA6360-A231-4877-A0C9-07024022912F}" srcOrd="0" destOrd="0" presId="urn:microsoft.com/office/officeart/2005/8/layout/bProcess4"/>
    <dgm:cxn modelId="{3AF8E0A1-BED7-481D-A691-203D94F439A6}" type="presOf" srcId="{F779441C-ABFB-45D4-B5C6-FF8E63FC06B8}" destId="{0A440CBE-AA8C-459C-8849-DF8FB962ADD0}" srcOrd="0" destOrd="0" presId="urn:microsoft.com/office/officeart/2005/8/layout/bProcess4"/>
    <dgm:cxn modelId="{0A99BEA5-B733-41C3-8C63-FB7FEFA02171}" type="presOf" srcId="{97008C8C-0B17-444D-86A5-B1995EFDA782}" destId="{41CD6D99-E3A9-4DB5-A9D9-FB4955DAC506}" srcOrd="0" destOrd="0" presId="urn:microsoft.com/office/officeart/2005/8/layout/bProcess4"/>
    <dgm:cxn modelId="{60AA21AF-9B13-484E-914C-7BEDB3EA16F6}" type="presOf" srcId="{DF0791B3-6056-40DD-9796-F9DE97EC6C00}" destId="{9AAAB897-ABFE-4AD0-A2BE-712654805FEC}" srcOrd="0" destOrd="0" presId="urn:microsoft.com/office/officeart/2005/8/layout/bProcess4"/>
    <dgm:cxn modelId="{89B3B0B1-1F82-493E-8929-E99108B1E480}" srcId="{006559D0-DF47-42D7-8539-E43B3BF63008}" destId="{0A9F916A-AEF7-4E06-8194-092669F9507E}" srcOrd="14" destOrd="0" parTransId="{4CB94231-8F60-4256-A99E-584ACA79CB33}" sibTransId="{519B1B4B-75EB-4678-BAE4-688A2FB483A4}"/>
    <dgm:cxn modelId="{7E5789B5-438C-4F44-92E3-26C0771E8D45}" srcId="{006559D0-DF47-42D7-8539-E43B3BF63008}" destId="{97008C8C-0B17-444D-86A5-B1995EFDA782}" srcOrd="1" destOrd="0" parTransId="{3311EFF9-2281-4D78-B210-F32C8ED66331}" sibTransId="{DF0791B3-6056-40DD-9796-F9DE97EC6C00}"/>
    <dgm:cxn modelId="{BDC1F2C0-3E06-48DC-B9C5-BCBF67BB0CDF}" type="presOf" srcId="{9BBF92C3-16BF-474E-A6D6-156CA47B37C3}" destId="{22269AAF-F5D6-49E2-AD77-E225F4C7F45D}" srcOrd="0" destOrd="0" presId="urn:microsoft.com/office/officeart/2005/8/layout/bProcess4"/>
    <dgm:cxn modelId="{301DFCC0-1693-4297-B40D-0F2E85FCB5B1}" type="presOf" srcId="{EBD3CA17-05AD-4FC0-A1B8-A95665808D3D}" destId="{B2DBE957-3D54-48CE-B0D4-3EC2F153FC17}" srcOrd="0" destOrd="0" presId="urn:microsoft.com/office/officeart/2005/8/layout/bProcess4"/>
    <dgm:cxn modelId="{6E63E5CA-3984-4737-8739-F0E3A036A7F0}" type="presOf" srcId="{2FE810E8-5290-4E8A-BDE2-5B2F733BFDED}" destId="{D759E578-2C59-4760-A418-578D68AEB6A2}" srcOrd="0" destOrd="0" presId="urn:microsoft.com/office/officeart/2005/8/layout/bProcess4"/>
    <dgm:cxn modelId="{4FAFFFCA-EA8A-4BB9-93D6-EA122EBE5819}" srcId="{006559D0-DF47-42D7-8539-E43B3BF63008}" destId="{36681437-5685-4B49-B62A-FB8F89A303B8}" srcOrd="6" destOrd="0" parTransId="{7B6C5DDE-FFC2-411D-B4CC-706962AB6347}" sibTransId="{4B8A2032-DF95-4A9F-AA34-8B457D8B4A51}"/>
    <dgm:cxn modelId="{5A6B76CF-31DB-45C6-B0EF-9834EFDE226B}" type="presOf" srcId="{FF4DF4CE-6975-4E8B-B926-0E955A24287B}" destId="{5A4E8AE6-7427-43C0-A03C-CB65D855C127}" srcOrd="0" destOrd="0" presId="urn:microsoft.com/office/officeart/2005/8/layout/bProcess4"/>
    <dgm:cxn modelId="{163A83D2-8DEA-4AB1-AE30-F56071E8E6EA}" type="presOf" srcId="{4B8A2032-DF95-4A9F-AA34-8B457D8B4A51}" destId="{5B45AFB6-2DFA-4716-B450-FE7BFF68B42A}" srcOrd="0" destOrd="0" presId="urn:microsoft.com/office/officeart/2005/8/layout/bProcess4"/>
    <dgm:cxn modelId="{77A21DDF-B718-41BC-B870-45832249F816}" type="presOf" srcId="{0A9F916A-AEF7-4E06-8194-092669F9507E}" destId="{0E421A2B-786B-46AD-92EF-D6531B27C288}" srcOrd="0" destOrd="0" presId="urn:microsoft.com/office/officeart/2005/8/layout/bProcess4"/>
    <dgm:cxn modelId="{28A7ACE5-A90C-4D7C-9134-A01DC9FB8125}" type="presOf" srcId="{4AD00AD3-CF5E-490C-B22B-6B5BD57DDAD5}" destId="{C3C4EA41-D372-47D3-BD1F-61D95EB6CF37}" srcOrd="0" destOrd="0" presId="urn:microsoft.com/office/officeart/2005/8/layout/bProcess4"/>
    <dgm:cxn modelId="{E025E8E5-E394-4560-A90E-F81438F0C4A7}" srcId="{006559D0-DF47-42D7-8539-E43B3BF63008}" destId="{4AD00AD3-CF5E-490C-B22B-6B5BD57DDAD5}" srcOrd="0" destOrd="0" parTransId="{DD626A78-7D6F-4856-8C42-C5F7BDD1A07E}" sibTransId="{EBD3CA17-05AD-4FC0-A1B8-A95665808D3D}"/>
    <dgm:cxn modelId="{2B91D6E7-F2A1-423A-96AD-3A725238D264}" srcId="{006559D0-DF47-42D7-8539-E43B3BF63008}" destId="{0E965154-4CBF-4BE2-8981-2649866FE501}" srcOrd="9" destOrd="0" parTransId="{63801057-35F4-4B8B-901B-64065F60FF76}" sibTransId="{A8B25FA8-BD82-43DE-B62B-76E8595C7ECC}"/>
    <dgm:cxn modelId="{F5DF41F7-AA5A-444A-9F51-6971AEFFA931}" srcId="{006559D0-DF47-42D7-8539-E43B3BF63008}" destId="{AFE04F15-CBC6-4FB6-945E-04D3A9B7D984}" srcOrd="10" destOrd="0" parTransId="{9C77AC09-8863-408C-9F44-08F58D4D8DFE}" sibTransId="{522C022F-D932-458B-992C-872B31B07C0C}"/>
    <dgm:cxn modelId="{6A5F53F8-DF92-42CE-B119-00993D8CAF61}" srcId="{006559D0-DF47-42D7-8539-E43B3BF63008}" destId="{EBDD4555-3DDB-47DE-AE41-B4C5EB406B5E}" srcOrd="2" destOrd="0" parTransId="{077ABEC7-72C9-4CBD-BC68-BAED37EFEAAD}" sibTransId="{6879C54E-8CD1-4881-B92D-C48F9FE251A4}"/>
    <dgm:cxn modelId="{3FF3F6FB-5755-4180-8E7C-76FD153C50F6}" srcId="{006559D0-DF47-42D7-8539-E43B3BF63008}" destId="{E56591D2-34C6-41ED-AC95-C12FB0868976}" srcOrd="13" destOrd="0" parTransId="{B7F98369-D4A1-45F0-888E-62CBABE8B950}" sibTransId="{68F7D510-3B12-41C1-A211-73EBA2B9EF87}"/>
    <dgm:cxn modelId="{67FA72FC-0005-401D-8964-3FF18D17AF4B}" type="presOf" srcId="{6BE85964-58EC-4788-B29A-AC064C4BDCA0}" destId="{885D4096-4E6C-45A6-B49F-CE4E7EFC8CF0}" srcOrd="0" destOrd="0" presId="urn:microsoft.com/office/officeart/2005/8/layout/bProcess4"/>
    <dgm:cxn modelId="{20776021-3B5E-40B3-B393-91B8BA403EBA}" type="presParOf" srcId="{5A387DD6-FCB6-4326-8530-B255CAB0BD24}" destId="{319F1B21-0495-4C58-9072-D908BAB9EBF9}" srcOrd="0" destOrd="0" presId="urn:microsoft.com/office/officeart/2005/8/layout/bProcess4"/>
    <dgm:cxn modelId="{B2B63E26-1EE6-46C7-AE4D-E2FCF726B35F}" type="presParOf" srcId="{319F1B21-0495-4C58-9072-D908BAB9EBF9}" destId="{F3FF02C5-9049-495E-9619-BD29400B54CD}" srcOrd="0" destOrd="0" presId="urn:microsoft.com/office/officeart/2005/8/layout/bProcess4"/>
    <dgm:cxn modelId="{943ABD2D-8281-4B5E-9106-C28E5956B456}" type="presParOf" srcId="{319F1B21-0495-4C58-9072-D908BAB9EBF9}" destId="{C3C4EA41-D372-47D3-BD1F-61D95EB6CF37}" srcOrd="1" destOrd="0" presId="urn:microsoft.com/office/officeart/2005/8/layout/bProcess4"/>
    <dgm:cxn modelId="{C0635792-92E6-48E5-B3A4-C4DBE85B4B09}" type="presParOf" srcId="{5A387DD6-FCB6-4326-8530-B255CAB0BD24}" destId="{B2DBE957-3D54-48CE-B0D4-3EC2F153FC17}" srcOrd="1" destOrd="0" presId="urn:microsoft.com/office/officeart/2005/8/layout/bProcess4"/>
    <dgm:cxn modelId="{78FB1368-D42B-4D36-B24C-A725B99D46B2}" type="presParOf" srcId="{5A387DD6-FCB6-4326-8530-B255CAB0BD24}" destId="{4381C6EE-6A2B-4720-807A-A0A419E06FA6}" srcOrd="2" destOrd="0" presId="urn:microsoft.com/office/officeart/2005/8/layout/bProcess4"/>
    <dgm:cxn modelId="{C3EE583B-05DF-468D-B142-6A54E8EC06A1}" type="presParOf" srcId="{4381C6EE-6A2B-4720-807A-A0A419E06FA6}" destId="{E48317B8-3023-4CAB-8496-4BD7780D479C}" srcOrd="0" destOrd="0" presId="urn:microsoft.com/office/officeart/2005/8/layout/bProcess4"/>
    <dgm:cxn modelId="{F779CBFF-F9F0-4DC4-A568-4B2762960519}" type="presParOf" srcId="{4381C6EE-6A2B-4720-807A-A0A419E06FA6}" destId="{41CD6D99-E3A9-4DB5-A9D9-FB4955DAC506}" srcOrd="1" destOrd="0" presId="urn:microsoft.com/office/officeart/2005/8/layout/bProcess4"/>
    <dgm:cxn modelId="{C3A9E3CB-8F0F-4303-B041-843B7C53B1EF}" type="presParOf" srcId="{5A387DD6-FCB6-4326-8530-B255CAB0BD24}" destId="{9AAAB897-ABFE-4AD0-A2BE-712654805FEC}" srcOrd="3" destOrd="0" presId="urn:microsoft.com/office/officeart/2005/8/layout/bProcess4"/>
    <dgm:cxn modelId="{C7197D7B-D3CA-437E-8252-7847FF77612B}" type="presParOf" srcId="{5A387DD6-FCB6-4326-8530-B255CAB0BD24}" destId="{81068B34-2FB2-4DA8-9E90-83DDAE57408F}" srcOrd="4" destOrd="0" presId="urn:microsoft.com/office/officeart/2005/8/layout/bProcess4"/>
    <dgm:cxn modelId="{DF731D0C-33A1-4E94-940F-52FB2257CA66}" type="presParOf" srcId="{81068B34-2FB2-4DA8-9E90-83DDAE57408F}" destId="{B696B523-9823-460E-A4B9-73709F870114}" srcOrd="0" destOrd="0" presId="urn:microsoft.com/office/officeart/2005/8/layout/bProcess4"/>
    <dgm:cxn modelId="{A8AC49BE-046C-431C-AF24-E3000B75276B}" type="presParOf" srcId="{81068B34-2FB2-4DA8-9E90-83DDAE57408F}" destId="{1DA4B95B-91E2-4600-B538-96E47335E968}" srcOrd="1" destOrd="0" presId="urn:microsoft.com/office/officeart/2005/8/layout/bProcess4"/>
    <dgm:cxn modelId="{CFC38347-0025-4451-B941-7F5993C6759A}" type="presParOf" srcId="{5A387DD6-FCB6-4326-8530-B255CAB0BD24}" destId="{1A3FAC82-D869-41A3-BCC1-8E3E18B3533D}" srcOrd="5" destOrd="0" presId="urn:microsoft.com/office/officeart/2005/8/layout/bProcess4"/>
    <dgm:cxn modelId="{FBA55339-5271-4A14-A8CC-E4A9B6779167}" type="presParOf" srcId="{5A387DD6-FCB6-4326-8530-B255CAB0BD24}" destId="{A97033C9-CC5D-4EDA-A77A-E5AD5B829C33}" srcOrd="6" destOrd="0" presId="urn:microsoft.com/office/officeart/2005/8/layout/bProcess4"/>
    <dgm:cxn modelId="{A9EA629C-31F8-4908-BB48-C38C5548B688}" type="presParOf" srcId="{A97033C9-CC5D-4EDA-A77A-E5AD5B829C33}" destId="{D53CF6C5-7AA6-443D-BDF1-FB3AC12F4B24}" srcOrd="0" destOrd="0" presId="urn:microsoft.com/office/officeart/2005/8/layout/bProcess4"/>
    <dgm:cxn modelId="{2F32E232-117A-4BDD-BB78-B4FACE78D304}" type="presParOf" srcId="{A97033C9-CC5D-4EDA-A77A-E5AD5B829C33}" destId="{2CA115A2-3452-46A9-9101-80C5C6CE5126}" srcOrd="1" destOrd="0" presId="urn:microsoft.com/office/officeart/2005/8/layout/bProcess4"/>
    <dgm:cxn modelId="{7B038DA6-F543-47C4-98AA-B31D0D7C3F67}" type="presParOf" srcId="{5A387DD6-FCB6-4326-8530-B255CAB0BD24}" destId="{EF4FDCA8-672A-43BC-BB88-8CCF81352A71}" srcOrd="7" destOrd="0" presId="urn:microsoft.com/office/officeart/2005/8/layout/bProcess4"/>
    <dgm:cxn modelId="{B0D4712C-BFBA-403C-A21B-3E604FA5603C}" type="presParOf" srcId="{5A387DD6-FCB6-4326-8530-B255CAB0BD24}" destId="{078F0082-496C-4576-A3CE-D736515DE0D0}" srcOrd="8" destOrd="0" presId="urn:microsoft.com/office/officeart/2005/8/layout/bProcess4"/>
    <dgm:cxn modelId="{7F684D10-DCC2-47E8-BBF5-9D003AB92110}" type="presParOf" srcId="{078F0082-496C-4576-A3CE-D736515DE0D0}" destId="{08903874-C31F-4711-8EBA-FF8E38F54823}" srcOrd="0" destOrd="0" presId="urn:microsoft.com/office/officeart/2005/8/layout/bProcess4"/>
    <dgm:cxn modelId="{DA418A90-4D7E-4F76-A521-DAF9F073A2AD}" type="presParOf" srcId="{078F0082-496C-4576-A3CE-D736515DE0D0}" destId="{7F096265-A598-4088-BF9A-74376F7CE5B0}" srcOrd="1" destOrd="0" presId="urn:microsoft.com/office/officeart/2005/8/layout/bProcess4"/>
    <dgm:cxn modelId="{C83C7635-474C-4ED9-A012-E3CD36CC3D51}" type="presParOf" srcId="{5A387DD6-FCB6-4326-8530-B255CAB0BD24}" destId="{885D4096-4E6C-45A6-B49F-CE4E7EFC8CF0}" srcOrd="9" destOrd="0" presId="urn:microsoft.com/office/officeart/2005/8/layout/bProcess4"/>
    <dgm:cxn modelId="{C279A24B-A028-4D5C-94DF-803011487A7B}" type="presParOf" srcId="{5A387DD6-FCB6-4326-8530-B255CAB0BD24}" destId="{792305FC-6E58-4188-ACE7-C85BA24A3BF9}" srcOrd="10" destOrd="0" presId="urn:microsoft.com/office/officeart/2005/8/layout/bProcess4"/>
    <dgm:cxn modelId="{C5FC2315-DD80-4620-8798-5C0F1A3267A0}" type="presParOf" srcId="{792305FC-6E58-4188-ACE7-C85BA24A3BF9}" destId="{7A67D632-55B2-49E2-8014-43887388F090}" srcOrd="0" destOrd="0" presId="urn:microsoft.com/office/officeart/2005/8/layout/bProcess4"/>
    <dgm:cxn modelId="{BDA4ACBA-3C04-4494-83C1-B78594E0A24C}" type="presParOf" srcId="{792305FC-6E58-4188-ACE7-C85BA24A3BF9}" destId="{D759E578-2C59-4760-A418-578D68AEB6A2}" srcOrd="1" destOrd="0" presId="urn:microsoft.com/office/officeart/2005/8/layout/bProcess4"/>
    <dgm:cxn modelId="{8C805CCC-5840-41D4-BFFC-23981047CB94}" type="presParOf" srcId="{5A387DD6-FCB6-4326-8530-B255CAB0BD24}" destId="{84E07028-5B30-44EC-B29B-38E9812438AB}" srcOrd="11" destOrd="0" presId="urn:microsoft.com/office/officeart/2005/8/layout/bProcess4"/>
    <dgm:cxn modelId="{E74AD544-F0F0-46BD-9920-7A3BB54BDF9A}" type="presParOf" srcId="{5A387DD6-FCB6-4326-8530-B255CAB0BD24}" destId="{E72CB089-FA9C-401B-BB6B-59B0941C11FD}" srcOrd="12" destOrd="0" presId="urn:microsoft.com/office/officeart/2005/8/layout/bProcess4"/>
    <dgm:cxn modelId="{44ED7354-F062-49DB-8CEC-50C782B0D9A0}" type="presParOf" srcId="{E72CB089-FA9C-401B-BB6B-59B0941C11FD}" destId="{5CA0DCA0-1EA6-4869-8F82-85C510F81BD1}" srcOrd="0" destOrd="0" presId="urn:microsoft.com/office/officeart/2005/8/layout/bProcess4"/>
    <dgm:cxn modelId="{C9ECD21C-EB88-4415-8EC7-CA936116929F}" type="presParOf" srcId="{E72CB089-FA9C-401B-BB6B-59B0941C11FD}" destId="{D17EE332-5458-4D3C-B9A8-2DBD326FDE30}" srcOrd="1" destOrd="0" presId="urn:microsoft.com/office/officeart/2005/8/layout/bProcess4"/>
    <dgm:cxn modelId="{79D77B57-D0B0-4624-9D83-146FDC397721}" type="presParOf" srcId="{5A387DD6-FCB6-4326-8530-B255CAB0BD24}" destId="{5B45AFB6-2DFA-4716-B450-FE7BFF68B42A}" srcOrd="13" destOrd="0" presId="urn:microsoft.com/office/officeart/2005/8/layout/bProcess4"/>
    <dgm:cxn modelId="{9EAEAB24-3AE3-4F22-B810-AAD35F202341}" type="presParOf" srcId="{5A387DD6-FCB6-4326-8530-B255CAB0BD24}" destId="{37E8B35B-15CB-44D4-BE48-4998B37EB649}" srcOrd="14" destOrd="0" presId="urn:microsoft.com/office/officeart/2005/8/layout/bProcess4"/>
    <dgm:cxn modelId="{14ECBF01-7FCE-41C6-BE7C-1C3485813851}" type="presParOf" srcId="{37E8B35B-15CB-44D4-BE48-4998B37EB649}" destId="{4280D499-3479-40E3-923E-10EAB14DF95C}" srcOrd="0" destOrd="0" presId="urn:microsoft.com/office/officeart/2005/8/layout/bProcess4"/>
    <dgm:cxn modelId="{EC055BF0-A1C4-49B1-808C-A5821E02C275}" type="presParOf" srcId="{37E8B35B-15CB-44D4-BE48-4998B37EB649}" destId="{0A440CBE-AA8C-459C-8849-DF8FB962ADD0}" srcOrd="1" destOrd="0" presId="urn:microsoft.com/office/officeart/2005/8/layout/bProcess4"/>
    <dgm:cxn modelId="{2DBEF8B7-8F8B-4C8E-9118-89E06DEDAA86}" type="presParOf" srcId="{5A387DD6-FCB6-4326-8530-B255CAB0BD24}" destId="{5A4E8AE6-7427-43C0-A03C-CB65D855C127}" srcOrd="15" destOrd="0" presId="urn:microsoft.com/office/officeart/2005/8/layout/bProcess4"/>
    <dgm:cxn modelId="{427349AC-28D9-4B0D-82E5-B3D3CD6A02C9}" type="presParOf" srcId="{5A387DD6-FCB6-4326-8530-B255CAB0BD24}" destId="{2E9D9199-92FC-4ADD-B6BE-5CCD61E1CB98}" srcOrd="16" destOrd="0" presId="urn:microsoft.com/office/officeart/2005/8/layout/bProcess4"/>
    <dgm:cxn modelId="{989A429E-14D3-4B25-A4C7-AC743DB7D212}" type="presParOf" srcId="{2E9D9199-92FC-4ADD-B6BE-5CCD61E1CB98}" destId="{6D23C45C-4C9E-4EEA-BD02-43C6B426DBFB}" srcOrd="0" destOrd="0" presId="urn:microsoft.com/office/officeart/2005/8/layout/bProcess4"/>
    <dgm:cxn modelId="{47511599-901E-429D-AC4F-48A0C15E7201}" type="presParOf" srcId="{2E9D9199-92FC-4ADD-B6BE-5CCD61E1CB98}" destId="{2503B503-F0AE-4FE5-95D6-F2A25C82CE9C}" srcOrd="1" destOrd="0" presId="urn:microsoft.com/office/officeart/2005/8/layout/bProcess4"/>
    <dgm:cxn modelId="{4DA3D51F-0176-4154-881A-8E1C458FF9E5}" type="presParOf" srcId="{5A387DD6-FCB6-4326-8530-B255CAB0BD24}" destId="{2375E353-A169-43FD-8035-0B1EF3C6CFED}" srcOrd="17" destOrd="0" presId="urn:microsoft.com/office/officeart/2005/8/layout/bProcess4"/>
    <dgm:cxn modelId="{69FEE341-15C4-417C-B44E-0B9152359320}" type="presParOf" srcId="{5A387DD6-FCB6-4326-8530-B255CAB0BD24}" destId="{9642CA55-60FE-4815-87BB-65FD99070C08}" srcOrd="18" destOrd="0" presId="urn:microsoft.com/office/officeart/2005/8/layout/bProcess4"/>
    <dgm:cxn modelId="{8B00E566-3D2B-4BA6-BB22-3BFDF223A83C}" type="presParOf" srcId="{9642CA55-60FE-4815-87BB-65FD99070C08}" destId="{6F004411-8CAE-4A76-9915-4EF6DD6B59BD}" srcOrd="0" destOrd="0" presId="urn:microsoft.com/office/officeart/2005/8/layout/bProcess4"/>
    <dgm:cxn modelId="{4F40CB86-E122-43B3-9A1D-5DE9B5C0E15F}" type="presParOf" srcId="{9642CA55-60FE-4815-87BB-65FD99070C08}" destId="{C47F54A1-D286-4588-9FC5-D03D7863C9AD}" srcOrd="1" destOrd="0" presId="urn:microsoft.com/office/officeart/2005/8/layout/bProcess4"/>
    <dgm:cxn modelId="{E67CFF79-3121-4FC1-B975-47D6DB73B570}" type="presParOf" srcId="{5A387DD6-FCB6-4326-8530-B255CAB0BD24}" destId="{9D679AE6-9181-4ED7-A39A-FCADB6E43861}" srcOrd="19" destOrd="0" presId="urn:microsoft.com/office/officeart/2005/8/layout/bProcess4"/>
    <dgm:cxn modelId="{ED37651D-4DBC-475B-B3F0-A664B2D0147D}" type="presParOf" srcId="{5A387DD6-FCB6-4326-8530-B255CAB0BD24}" destId="{8EBB1454-2019-4262-A381-402945DEFA2B}" srcOrd="20" destOrd="0" presId="urn:microsoft.com/office/officeart/2005/8/layout/bProcess4"/>
    <dgm:cxn modelId="{1A0164D9-E5BF-4B16-A2F4-922DA3B9F534}" type="presParOf" srcId="{8EBB1454-2019-4262-A381-402945DEFA2B}" destId="{D1FAFAC0-0543-442A-96E4-70E21A3DB4AD}" srcOrd="0" destOrd="0" presId="urn:microsoft.com/office/officeart/2005/8/layout/bProcess4"/>
    <dgm:cxn modelId="{79EB78A4-EAE6-4FEA-8E93-323A7C5758B8}" type="presParOf" srcId="{8EBB1454-2019-4262-A381-402945DEFA2B}" destId="{1CDC049F-528E-4F19-AB2A-273D2DC3CB4B}" srcOrd="1" destOrd="0" presId="urn:microsoft.com/office/officeart/2005/8/layout/bProcess4"/>
    <dgm:cxn modelId="{EEB9F9A6-D067-4D67-919B-1904E4E176F1}" type="presParOf" srcId="{5A387DD6-FCB6-4326-8530-B255CAB0BD24}" destId="{9F7BDE07-3FC0-41E9-87DD-C78001FEBDB8}" srcOrd="21" destOrd="0" presId="urn:microsoft.com/office/officeart/2005/8/layout/bProcess4"/>
    <dgm:cxn modelId="{458D71FE-5CDA-47FF-A749-122ADF8DD1EE}" type="presParOf" srcId="{5A387DD6-FCB6-4326-8530-B255CAB0BD24}" destId="{51322DF4-3EF3-46F1-BA81-2EDD2E29E16A}" srcOrd="22" destOrd="0" presId="urn:microsoft.com/office/officeart/2005/8/layout/bProcess4"/>
    <dgm:cxn modelId="{E07A8A1E-61DD-48F7-9DAF-C7F7A272F635}" type="presParOf" srcId="{51322DF4-3EF3-46F1-BA81-2EDD2E29E16A}" destId="{63B61832-F51F-4D08-ABF3-7A3515049F7C}" srcOrd="0" destOrd="0" presId="urn:microsoft.com/office/officeart/2005/8/layout/bProcess4"/>
    <dgm:cxn modelId="{79CAC54C-DB25-431B-AB7B-EF55FC3E087D}" type="presParOf" srcId="{51322DF4-3EF3-46F1-BA81-2EDD2E29E16A}" destId="{FBFA6360-A231-4877-A0C9-07024022912F}" srcOrd="1" destOrd="0" presId="urn:microsoft.com/office/officeart/2005/8/layout/bProcess4"/>
    <dgm:cxn modelId="{37C1DB3B-03E2-45EE-A15E-29040E191D81}" type="presParOf" srcId="{5A387DD6-FCB6-4326-8530-B255CAB0BD24}" destId="{22269AAF-F5D6-49E2-AD77-E225F4C7F45D}" srcOrd="23" destOrd="0" presId="urn:microsoft.com/office/officeart/2005/8/layout/bProcess4"/>
    <dgm:cxn modelId="{000FD2D8-D7AB-405F-A05C-99B2C096329B}" type="presParOf" srcId="{5A387DD6-FCB6-4326-8530-B255CAB0BD24}" destId="{69DE0EF3-2D2D-4C6D-BF1D-C25100AA48BE}" srcOrd="24" destOrd="0" presId="urn:microsoft.com/office/officeart/2005/8/layout/bProcess4"/>
    <dgm:cxn modelId="{6B7D1D07-00E4-48BD-91CD-B513FEFAA6C1}" type="presParOf" srcId="{69DE0EF3-2D2D-4C6D-BF1D-C25100AA48BE}" destId="{A54FBCF7-CC22-44F2-A211-14E85145F9CB}" srcOrd="0" destOrd="0" presId="urn:microsoft.com/office/officeart/2005/8/layout/bProcess4"/>
    <dgm:cxn modelId="{334F3A94-61BA-4FD3-A4FF-16E116130047}" type="presParOf" srcId="{69DE0EF3-2D2D-4C6D-BF1D-C25100AA48BE}" destId="{4FFC079F-A7FF-4749-AE83-B472B214D0FE}" srcOrd="1" destOrd="0" presId="urn:microsoft.com/office/officeart/2005/8/layout/bProcess4"/>
    <dgm:cxn modelId="{D775A74B-6F1B-4F25-BD02-DE97379379EC}" type="presParOf" srcId="{5A387DD6-FCB6-4326-8530-B255CAB0BD24}" destId="{84D7248D-8D9C-434A-AB25-27720072AB8D}" srcOrd="25" destOrd="0" presId="urn:microsoft.com/office/officeart/2005/8/layout/bProcess4"/>
    <dgm:cxn modelId="{BEF7DD2F-C316-47DF-8755-8EB0A1D6832A}" type="presParOf" srcId="{5A387DD6-FCB6-4326-8530-B255CAB0BD24}" destId="{AF850B83-ED7E-43F4-9BC9-8DE72E49F0B5}" srcOrd="26" destOrd="0" presId="urn:microsoft.com/office/officeart/2005/8/layout/bProcess4"/>
    <dgm:cxn modelId="{6893A2D9-FD9A-473D-A9DC-AB16DE34A7E1}" type="presParOf" srcId="{AF850B83-ED7E-43F4-9BC9-8DE72E49F0B5}" destId="{309E0DBD-5600-4648-9E88-426BBC54AF7B}" srcOrd="0" destOrd="0" presId="urn:microsoft.com/office/officeart/2005/8/layout/bProcess4"/>
    <dgm:cxn modelId="{2B2055A3-A373-4119-88AD-E40071E7C79B}" type="presParOf" srcId="{AF850B83-ED7E-43F4-9BC9-8DE72E49F0B5}" destId="{927A9514-99BF-4271-9342-E16011E73EE2}" srcOrd="1" destOrd="0" presId="urn:microsoft.com/office/officeart/2005/8/layout/bProcess4"/>
    <dgm:cxn modelId="{55479868-46FF-458D-B921-96201B35B07B}" type="presParOf" srcId="{5A387DD6-FCB6-4326-8530-B255CAB0BD24}" destId="{EC9B54D4-B824-4BEB-8B77-CE3C92117193}" srcOrd="27" destOrd="0" presId="urn:microsoft.com/office/officeart/2005/8/layout/bProcess4"/>
    <dgm:cxn modelId="{BA85D41C-F39B-4681-A253-18481C81662C}" type="presParOf" srcId="{5A387DD6-FCB6-4326-8530-B255CAB0BD24}" destId="{2D41E7F9-EC43-4333-8E1E-D32DFCAA0644}" srcOrd="28" destOrd="0" presId="urn:microsoft.com/office/officeart/2005/8/layout/bProcess4"/>
    <dgm:cxn modelId="{6184ED74-54B2-4B59-9D65-A3CF7C24D7BA}" type="presParOf" srcId="{2D41E7F9-EC43-4333-8E1E-D32DFCAA0644}" destId="{A2928DB6-DACA-4A4D-AAEB-222C82D8CB6E}" srcOrd="0" destOrd="0" presId="urn:microsoft.com/office/officeart/2005/8/layout/bProcess4"/>
    <dgm:cxn modelId="{C6331B37-653F-4235-B7B0-0D0E1739CB2F}" type="presParOf" srcId="{2D41E7F9-EC43-4333-8E1E-D32DFCAA0644}" destId="{0E421A2B-786B-46AD-92EF-D6531B27C288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6AA843-D6D0-4BEA-AD7F-287CE0B5DD2A}">
      <dsp:nvSpPr>
        <dsp:cNvPr id="0" name=""/>
        <dsp:cNvSpPr/>
      </dsp:nvSpPr>
      <dsp:spPr>
        <a:xfrm>
          <a:off x="2444660" y="480548"/>
          <a:ext cx="370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0999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0119" y="524260"/>
        <a:ext cx="20079" cy="4015"/>
      </dsp:txXfrm>
    </dsp:sp>
    <dsp:sp modelId="{5FF2373E-1086-4610-91A4-0AECAC5FBA65}">
      <dsp:nvSpPr>
        <dsp:cNvPr id="0" name=""/>
        <dsp:cNvSpPr/>
      </dsp:nvSpPr>
      <dsp:spPr>
        <a:xfrm>
          <a:off x="700377" y="2444"/>
          <a:ext cx="1746082" cy="10476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60" tIns="89810" rIns="85560" bIns="8981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Campaign Objectives:</a:t>
          </a:r>
        </a:p>
      </dsp:txBody>
      <dsp:txXfrm>
        <a:off x="700377" y="2444"/>
        <a:ext cx="1746082" cy="1047649"/>
      </dsp:txXfrm>
    </dsp:sp>
    <dsp:sp modelId="{27FA6D89-2384-4B1C-B583-BE5B5B20153E}">
      <dsp:nvSpPr>
        <dsp:cNvPr id="0" name=""/>
        <dsp:cNvSpPr/>
      </dsp:nvSpPr>
      <dsp:spPr>
        <a:xfrm>
          <a:off x="4592341" y="480548"/>
          <a:ext cx="370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0999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67801" y="524260"/>
        <a:ext cx="20079" cy="4015"/>
      </dsp:txXfrm>
    </dsp:sp>
    <dsp:sp modelId="{BE0E2C63-CF3C-408B-93D7-7F034FC59E1B}">
      <dsp:nvSpPr>
        <dsp:cNvPr id="0" name=""/>
        <dsp:cNvSpPr/>
      </dsp:nvSpPr>
      <dsp:spPr>
        <a:xfrm>
          <a:off x="2848059" y="2444"/>
          <a:ext cx="1746082" cy="10476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60" tIns="89810" rIns="85560" bIns="8981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Increase website traffic through Google Ads.</a:t>
          </a:r>
        </a:p>
      </dsp:txBody>
      <dsp:txXfrm>
        <a:off x="2848059" y="2444"/>
        <a:ext cx="1746082" cy="1047649"/>
      </dsp:txXfrm>
    </dsp:sp>
    <dsp:sp modelId="{12F97E6F-83CB-42FB-9F81-C2152EC55B4A}">
      <dsp:nvSpPr>
        <dsp:cNvPr id="0" name=""/>
        <dsp:cNvSpPr/>
      </dsp:nvSpPr>
      <dsp:spPr>
        <a:xfrm>
          <a:off x="1573418" y="1048293"/>
          <a:ext cx="4295363" cy="370999"/>
        </a:xfrm>
        <a:custGeom>
          <a:avLst/>
          <a:gdLst/>
          <a:ahLst/>
          <a:cxnLst/>
          <a:rect l="0" t="0" r="0" b="0"/>
          <a:pathLst>
            <a:path>
              <a:moveTo>
                <a:pt x="4295363" y="0"/>
              </a:moveTo>
              <a:lnTo>
                <a:pt x="4295363" y="202599"/>
              </a:lnTo>
              <a:lnTo>
                <a:pt x="0" y="202599"/>
              </a:lnTo>
              <a:lnTo>
                <a:pt x="0" y="370999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13248" y="1231785"/>
        <a:ext cx="215704" cy="4015"/>
      </dsp:txXfrm>
    </dsp:sp>
    <dsp:sp modelId="{992C0CE5-4586-4563-8979-E436FE3D0755}">
      <dsp:nvSpPr>
        <dsp:cNvPr id="0" name=""/>
        <dsp:cNvSpPr/>
      </dsp:nvSpPr>
      <dsp:spPr>
        <a:xfrm>
          <a:off x="4995740" y="2444"/>
          <a:ext cx="1746082" cy="104764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60" tIns="89810" rIns="85560" bIns="8981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Generate quality leads from interested learners.</a:t>
          </a:r>
        </a:p>
      </dsp:txBody>
      <dsp:txXfrm>
        <a:off x="4995740" y="2444"/>
        <a:ext cx="1746082" cy="1047649"/>
      </dsp:txXfrm>
    </dsp:sp>
    <dsp:sp modelId="{3A1770DE-B4B9-418E-B25D-FC5B69FD90E0}">
      <dsp:nvSpPr>
        <dsp:cNvPr id="0" name=""/>
        <dsp:cNvSpPr/>
      </dsp:nvSpPr>
      <dsp:spPr>
        <a:xfrm>
          <a:off x="2444660" y="1929797"/>
          <a:ext cx="370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0999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0119" y="1973509"/>
        <a:ext cx="20079" cy="4015"/>
      </dsp:txXfrm>
    </dsp:sp>
    <dsp:sp modelId="{E7D30D3B-CF84-4087-8B19-5A69FEE498E9}">
      <dsp:nvSpPr>
        <dsp:cNvPr id="0" name=""/>
        <dsp:cNvSpPr/>
      </dsp:nvSpPr>
      <dsp:spPr>
        <a:xfrm>
          <a:off x="700377" y="1451692"/>
          <a:ext cx="1746082" cy="104764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60" tIns="89810" rIns="85560" bIns="8981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Improve brand awareness for </a:t>
          </a:r>
          <a:r>
            <a:rPr lang="en-US" sz="1400" kern="1200" err="1"/>
            <a:t>SkillBoost</a:t>
          </a:r>
          <a:r>
            <a:rPr lang="en-US" sz="1400" kern="1200"/>
            <a:t> Academy.</a:t>
          </a:r>
        </a:p>
      </dsp:txBody>
      <dsp:txXfrm>
        <a:off x="700377" y="1451692"/>
        <a:ext cx="1746082" cy="1047649"/>
      </dsp:txXfrm>
    </dsp:sp>
    <dsp:sp modelId="{EFFB19F8-C2F1-46AF-81EA-F6E36CB57964}">
      <dsp:nvSpPr>
        <dsp:cNvPr id="0" name=""/>
        <dsp:cNvSpPr/>
      </dsp:nvSpPr>
      <dsp:spPr>
        <a:xfrm>
          <a:off x="4592341" y="1929797"/>
          <a:ext cx="370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0999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67801" y="1973509"/>
        <a:ext cx="20079" cy="4015"/>
      </dsp:txXfrm>
    </dsp:sp>
    <dsp:sp modelId="{54835A3A-BA80-4843-829C-7ADC8BB080DD}">
      <dsp:nvSpPr>
        <dsp:cNvPr id="0" name=""/>
        <dsp:cNvSpPr/>
      </dsp:nvSpPr>
      <dsp:spPr>
        <a:xfrm>
          <a:off x="2848059" y="1451692"/>
          <a:ext cx="1746082" cy="104764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60" tIns="89810" rIns="85560" bIns="8981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Increase course enrollments and conversions.</a:t>
          </a:r>
        </a:p>
      </dsp:txBody>
      <dsp:txXfrm>
        <a:off x="2848059" y="1451692"/>
        <a:ext cx="1746082" cy="1047649"/>
      </dsp:txXfrm>
    </dsp:sp>
    <dsp:sp modelId="{0C824104-83D4-40AF-9BD6-C0887544690B}">
      <dsp:nvSpPr>
        <dsp:cNvPr id="0" name=""/>
        <dsp:cNvSpPr/>
      </dsp:nvSpPr>
      <dsp:spPr>
        <a:xfrm>
          <a:off x="1573418" y="2497542"/>
          <a:ext cx="4295363" cy="370999"/>
        </a:xfrm>
        <a:custGeom>
          <a:avLst/>
          <a:gdLst/>
          <a:ahLst/>
          <a:cxnLst/>
          <a:rect l="0" t="0" r="0" b="0"/>
          <a:pathLst>
            <a:path>
              <a:moveTo>
                <a:pt x="4295363" y="0"/>
              </a:moveTo>
              <a:lnTo>
                <a:pt x="4295363" y="202599"/>
              </a:lnTo>
              <a:lnTo>
                <a:pt x="0" y="202599"/>
              </a:lnTo>
              <a:lnTo>
                <a:pt x="0" y="370999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13248" y="2681034"/>
        <a:ext cx="215704" cy="4015"/>
      </dsp:txXfrm>
    </dsp:sp>
    <dsp:sp modelId="{D8B9B46B-F48E-4D3B-B2AF-C40A5E9C824C}">
      <dsp:nvSpPr>
        <dsp:cNvPr id="0" name=""/>
        <dsp:cNvSpPr/>
      </dsp:nvSpPr>
      <dsp:spPr>
        <a:xfrm>
          <a:off x="4995740" y="1451692"/>
          <a:ext cx="1746082" cy="10476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60" tIns="89810" rIns="85560" bIns="8981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Target Audience:</a:t>
          </a:r>
        </a:p>
      </dsp:txBody>
      <dsp:txXfrm>
        <a:off x="4995740" y="1451692"/>
        <a:ext cx="1746082" cy="1047649"/>
      </dsp:txXfrm>
    </dsp:sp>
    <dsp:sp modelId="{01725C97-1B1B-4F1D-9EF7-8C071186A221}">
      <dsp:nvSpPr>
        <dsp:cNvPr id="0" name=""/>
        <dsp:cNvSpPr/>
      </dsp:nvSpPr>
      <dsp:spPr>
        <a:xfrm>
          <a:off x="2444660" y="3379046"/>
          <a:ext cx="370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0999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0119" y="3422758"/>
        <a:ext cx="20079" cy="4015"/>
      </dsp:txXfrm>
    </dsp:sp>
    <dsp:sp modelId="{FB2DFBF4-713F-451D-AD62-77BBACA138F8}">
      <dsp:nvSpPr>
        <dsp:cNvPr id="0" name=""/>
        <dsp:cNvSpPr/>
      </dsp:nvSpPr>
      <dsp:spPr>
        <a:xfrm>
          <a:off x="700377" y="2900941"/>
          <a:ext cx="1746082" cy="104764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60" tIns="89810" rIns="85560" bIns="8981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Students aged 18–25 years.</a:t>
          </a:r>
        </a:p>
      </dsp:txBody>
      <dsp:txXfrm>
        <a:off x="700377" y="2900941"/>
        <a:ext cx="1746082" cy="1047649"/>
      </dsp:txXfrm>
    </dsp:sp>
    <dsp:sp modelId="{98A131D4-EAB9-4F5A-800A-F4E7EA0C4639}">
      <dsp:nvSpPr>
        <dsp:cNvPr id="0" name=""/>
        <dsp:cNvSpPr/>
      </dsp:nvSpPr>
      <dsp:spPr>
        <a:xfrm>
          <a:off x="4592341" y="3379046"/>
          <a:ext cx="370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0999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767801" y="3422758"/>
        <a:ext cx="20079" cy="4015"/>
      </dsp:txXfrm>
    </dsp:sp>
    <dsp:sp modelId="{F6E083D2-31D7-4BDB-BC30-AE92192AD9B9}">
      <dsp:nvSpPr>
        <dsp:cNvPr id="0" name=""/>
        <dsp:cNvSpPr/>
      </dsp:nvSpPr>
      <dsp:spPr>
        <a:xfrm>
          <a:off x="2848059" y="2900941"/>
          <a:ext cx="1746082" cy="104764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60" tIns="89810" rIns="85560" bIns="8981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Fresh graduates seeking career opportunities.</a:t>
          </a:r>
        </a:p>
      </dsp:txBody>
      <dsp:txXfrm>
        <a:off x="2848059" y="2900941"/>
        <a:ext cx="1746082" cy="1047649"/>
      </dsp:txXfrm>
    </dsp:sp>
    <dsp:sp modelId="{28B361A7-CADC-4547-AE57-43489E9A9CBC}">
      <dsp:nvSpPr>
        <dsp:cNvPr id="0" name=""/>
        <dsp:cNvSpPr/>
      </dsp:nvSpPr>
      <dsp:spPr>
        <a:xfrm>
          <a:off x="1573418" y="3946791"/>
          <a:ext cx="4295363" cy="370999"/>
        </a:xfrm>
        <a:custGeom>
          <a:avLst/>
          <a:gdLst/>
          <a:ahLst/>
          <a:cxnLst/>
          <a:rect l="0" t="0" r="0" b="0"/>
          <a:pathLst>
            <a:path>
              <a:moveTo>
                <a:pt x="4295363" y="0"/>
              </a:moveTo>
              <a:lnTo>
                <a:pt x="4295363" y="202599"/>
              </a:lnTo>
              <a:lnTo>
                <a:pt x="0" y="202599"/>
              </a:lnTo>
              <a:lnTo>
                <a:pt x="0" y="370999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613248" y="4130282"/>
        <a:ext cx="215704" cy="4015"/>
      </dsp:txXfrm>
    </dsp:sp>
    <dsp:sp modelId="{3A19A042-0EC3-47A9-B9F2-0548909FC347}">
      <dsp:nvSpPr>
        <dsp:cNvPr id="0" name=""/>
        <dsp:cNvSpPr/>
      </dsp:nvSpPr>
      <dsp:spPr>
        <a:xfrm>
          <a:off x="4995740" y="2900941"/>
          <a:ext cx="1746082" cy="104764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60" tIns="89810" rIns="85560" bIns="8981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Job seekers looking for skill development.</a:t>
          </a:r>
        </a:p>
      </dsp:txBody>
      <dsp:txXfrm>
        <a:off x="4995740" y="2900941"/>
        <a:ext cx="1746082" cy="1047649"/>
      </dsp:txXfrm>
    </dsp:sp>
    <dsp:sp modelId="{F05A3E9D-6EDC-4EFA-95A5-E5FAAA7C387A}">
      <dsp:nvSpPr>
        <dsp:cNvPr id="0" name=""/>
        <dsp:cNvSpPr/>
      </dsp:nvSpPr>
      <dsp:spPr>
        <a:xfrm>
          <a:off x="2444660" y="4828295"/>
          <a:ext cx="3709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70999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20119" y="4872007"/>
        <a:ext cx="20079" cy="4015"/>
      </dsp:txXfrm>
    </dsp:sp>
    <dsp:sp modelId="{87697C25-A448-4EF5-AC90-128AA930FB59}">
      <dsp:nvSpPr>
        <dsp:cNvPr id="0" name=""/>
        <dsp:cNvSpPr/>
      </dsp:nvSpPr>
      <dsp:spPr>
        <a:xfrm>
          <a:off x="700377" y="4350190"/>
          <a:ext cx="1746082" cy="104764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60" tIns="89810" rIns="85560" bIns="8981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Working professionals interested in upskilling.</a:t>
          </a:r>
        </a:p>
      </dsp:txBody>
      <dsp:txXfrm>
        <a:off x="700377" y="4350190"/>
        <a:ext cx="1746082" cy="1047649"/>
      </dsp:txXfrm>
    </dsp:sp>
    <dsp:sp modelId="{75B57FCD-46EF-430A-BA43-7041ABC029A2}">
      <dsp:nvSpPr>
        <dsp:cNvPr id="0" name=""/>
        <dsp:cNvSpPr/>
      </dsp:nvSpPr>
      <dsp:spPr>
        <a:xfrm>
          <a:off x="2848059" y="4350190"/>
          <a:ext cx="1746082" cy="104764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560" tIns="89810" rIns="85560" bIns="8981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Entrepreneurs and business owners interested in Digital Marketing and AI.</a:t>
          </a:r>
        </a:p>
      </dsp:txBody>
      <dsp:txXfrm>
        <a:off x="2848059" y="4350190"/>
        <a:ext cx="1746082" cy="10476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DBE957-3D54-48CE-B0D4-3EC2F153FC17}">
      <dsp:nvSpPr>
        <dsp:cNvPr id="0" name=""/>
        <dsp:cNvSpPr/>
      </dsp:nvSpPr>
      <dsp:spPr>
        <a:xfrm rot="5400000">
          <a:off x="1709437" y="646613"/>
          <a:ext cx="1009491" cy="12168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C4EA41-D372-47D3-BD1F-61D95EB6CF37}">
      <dsp:nvSpPr>
        <dsp:cNvPr id="0" name=""/>
        <dsp:cNvSpPr/>
      </dsp:nvSpPr>
      <dsp:spPr>
        <a:xfrm>
          <a:off x="1941474" y="2078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Campaign Type</a:t>
          </a:r>
        </a:p>
      </dsp:txBody>
      <dsp:txXfrm>
        <a:off x="1965235" y="25839"/>
        <a:ext cx="1304572" cy="763734"/>
      </dsp:txXfrm>
    </dsp:sp>
    <dsp:sp modelId="{9AAAB897-ABFE-4AD0-A2BE-712654805FEC}">
      <dsp:nvSpPr>
        <dsp:cNvPr id="0" name=""/>
        <dsp:cNvSpPr/>
      </dsp:nvSpPr>
      <dsp:spPr>
        <a:xfrm rot="5400000">
          <a:off x="1709437" y="1660683"/>
          <a:ext cx="1009491" cy="12168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CD6D99-E3A9-4DB5-A9D9-FB4955DAC506}">
      <dsp:nvSpPr>
        <dsp:cNvPr id="0" name=""/>
        <dsp:cNvSpPr/>
      </dsp:nvSpPr>
      <dsp:spPr>
        <a:xfrm>
          <a:off x="1941474" y="1016149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Search Campaign</a:t>
          </a:r>
        </a:p>
      </dsp:txBody>
      <dsp:txXfrm>
        <a:off x="1965235" y="1039910"/>
        <a:ext cx="1304572" cy="763734"/>
      </dsp:txXfrm>
    </dsp:sp>
    <dsp:sp modelId="{1A3FAC82-D869-41A3-BCC1-8E3E18B3533D}">
      <dsp:nvSpPr>
        <dsp:cNvPr id="0" name=""/>
        <dsp:cNvSpPr/>
      </dsp:nvSpPr>
      <dsp:spPr>
        <a:xfrm rot="5400000">
          <a:off x="1709437" y="2674754"/>
          <a:ext cx="1009491" cy="12168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A4B95B-91E2-4600-B538-96E47335E968}">
      <dsp:nvSpPr>
        <dsp:cNvPr id="0" name=""/>
        <dsp:cNvSpPr/>
      </dsp:nvSpPr>
      <dsp:spPr>
        <a:xfrm>
          <a:off x="1941474" y="2030220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Responsive Search Ads</a:t>
          </a:r>
        </a:p>
      </dsp:txBody>
      <dsp:txXfrm>
        <a:off x="1965235" y="2053981"/>
        <a:ext cx="1304572" cy="763734"/>
      </dsp:txXfrm>
    </dsp:sp>
    <dsp:sp modelId="{EF4FDCA8-672A-43BC-BB88-8CCF81352A71}">
      <dsp:nvSpPr>
        <dsp:cNvPr id="0" name=""/>
        <dsp:cNvSpPr/>
      </dsp:nvSpPr>
      <dsp:spPr>
        <a:xfrm>
          <a:off x="2216472" y="3181789"/>
          <a:ext cx="1793706" cy="12168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A115A2-3452-46A9-9101-80C5C6CE5126}">
      <dsp:nvSpPr>
        <dsp:cNvPr id="0" name=""/>
        <dsp:cNvSpPr/>
      </dsp:nvSpPr>
      <dsp:spPr>
        <a:xfrm>
          <a:off x="1941474" y="3044290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Keyword Strategy</a:t>
          </a:r>
        </a:p>
      </dsp:txBody>
      <dsp:txXfrm>
        <a:off x="1965235" y="3068051"/>
        <a:ext cx="1304572" cy="763734"/>
      </dsp:txXfrm>
    </dsp:sp>
    <dsp:sp modelId="{885D4096-4E6C-45A6-B49F-CE4E7EFC8CF0}">
      <dsp:nvSpPr>
        <dsp:cNvPr id="0" name=""/>
        <dsp:cNvSpPr/>
      </dsp:nvSpPr>
      <dsp:spPr>
        <a:xfrm rot="16200000">
          <a:off x="3507722" y="2674754"/>
          <a:ext cx="1009491" cy="12168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096265-A598-4088-BF9A-74376F7CE5B0}">
      <dsp:nvSpPr>
        <dsp:cNvPr id="0" name=""/>
        <dsp:cNvSpPr/>
      </dsp:nvSpPr>
      <dsp:spPr>
        <a:xfrm>
          <a:off x="3739760" y="3044290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Digital Marketing Course</a:t>
          </a:r>
        </a:p>
      </dsp:txBody>
      <dsp:txXfrm>
        <a:off x="3763521" y="3068051"/>
        <a:ext cx="1304572" cy="763734"/>
      </dsp:txXfrm>
    </dsp:sp>
    <dsp:sp modelId="{84E07028-5B30-44EC-B29B-38E9812438AB}">
      <dsp:nvSpPr>
        <dsp:cNvPr id="0" name=""/>
        <dsp:cNvSpPr/>
      </dsp:nvSpPr>
      <dsp:spPr>
        <a:xfrm rot="16200000">
          <a:off x="3507722" y="1660683"/>
          <a:ext cx="1009491" cy="12168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9E578-2C59-4760-A418-578D68AEB6A2}">
      <dsp:nvSpPr>
        <dsp:cNvPr id="0" name=""/>
        <dsp:cNvSpPr/>
      </dsp:nvSpPr>
      <dsp:spPr>
        <a:xfrm>
          <a:off x="3739760" y="2030220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AI Course Online</a:t>
          </a:r>
        </a:p>
      </dsp:txBody>
      <dsp:txXfrm>
        <a:off x="3763521" y="2053981"/>
        <a:ext cx="1304572" cy="763734"/>
      </dsp:txXfrm>
    </dsp:sp>
    <dsp:sp modelId="{5B45AFB6-2DFA-4716-B450-FE7BFF68B42A}">
      <dsp:nvSpPr>
        <dsp:cNvPr id="0" name=""/>
        <dsp:cNvSpPr/>
      </dsp:nvSpPr>
      <dsp:spPr>
        <a:xfrm rot="16200000">
          <a:off x="3507722" y="646613"/>
          <a:ext cx="1009491" cy="12168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7EE332-5458-4D3C-B9A8-2DBD326FDE30}">
      <dsp:nvSpPr>
        <dsp:cNvPr id="0" name=""/>
        <dsp:cNvSpPr/>
      </dsp:nvSpPr>
      <dsp:spPr>
        <a:xfrm>
          <a:off x="3739760" y="1016149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Python Programming Course</a:t>
          </a:r>
        </a:p>
      </dsp:txBody>
      <dsp:txXfrm>
        <a:off x="3763521" y="1039910"/>
        <a:ext cx="1304572" cy="763734"/>
      </dsp:txXfrm>
    </dsp:sp>
    <dsp:sp modelId="{5A4E8AE6-7427-43C0-A03C-CB65D855C127}">
      <dsp:nvSpPr>
        <dsp:cNvPr id="0" name=""/>
        <dsp:cNvSpPr/>
      </dsp:nvSpPr>
      <dsp:spPr>
        <a:xfrm>
          <a:off x="4014758" y="139577"/>
          <a:ext cx="1793706" cy="12168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440CBE-AA8C-459C-8849-DF8FB962ADD0}">
      <dsp:nvSpPr>
        <dsp:cNvPr id="0" name=""/>
        <dsp:cNvSpPr/>
      </dsp:nvSpPr>
      <dsp:spPr>
        <a:xfrm>
          <a:off x="3739760" y="2078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Data Analytics Course</a:t>
          </a:r>
        </a:p>
      </dsp:txBody>
      <dsp:txXfrm>
        <a:off x="3763521" y="25839"/>
        <a:ext cx="1304572" cy="763734"/>
      </dsp:txXfrm>
    </dsp:sp>
    <dsp:sp modelId="{2375E353-A169-43FD-8035-0B1EF3C6CFED}">
      <dsp:nvSpPr>
        <dsp:cNvPr id="0" name=""/>
        <dsp:cNvSpPr/>
      </dsp:nvSpPr>
      <dsp:spPr>
        <a:xfrm rot="5400000">
          <a:off x="5306008" y="646613"/>
          <a:ext cx="1009491" cy="12168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3B503-F0AE-4FE5-95D6-F2A25C82CE9C}">
      <dsp:nvSpPr>
        <dsp:cNvPr id="0" name=""/>
        <dsp:cNvSpPr/>
      </dsp:nvSpPr>
      <dsp:spPr>
        <a:xfrm>
          <a:off x="5538045" y="2078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Online Certification Courses</a:t>
          </a:r>
        </a:p>
      </dsp:txBody>
      <dsp:txXfrm>
        <a:off x="5561806" y="25839"/>
        <a:ext cx="1304572" cy="763734"/>
      </dsp:txXfrm>
    </dsp:sp>
    <dsp:sp modelId="{9D679AE6-9181-4ED7-A39A-FCADB6E43861}">
      <dsp:nvSpPr>
        <dsp:cNvPr id="0" name=""/>
        <dsp:cNvSpPr/>
      </dsp:nvSpPr>
      <dsp:spPr>
        <a:xfrm rot="5400000">
          <a:off x="5306008" y="1660683"/>
          <a:ext cx="1009491" cy="12168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F54A1-D286-4588-9FC5-D03D7863C9AD}">
      <dsp:nvSpPr>
        <dsp:cNvPr id="0" name=""/>
        <dsp:cNvSpPr/>
      </dsp:nvSpPr>
      <dsp:spPr>
        <a:xfrm>
          <a:off x="5538045" y="1016149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Budget Allocation</a:t>
          </a:r>
        </a:p>
      </dsp:txBody>
      <dsp:txXfrm>
        <a:off x="5561806" y="1039910"/>
        <a:ext cx="1304572" cy="763734"/>
      </dsp:txXfrm>
    </dsp:sp>
    <dsp:sp modelId="{9F7BDE07-3FC0-41E9-87DD-C78001FEBDB8}">
      <dsp:nvSpPr>
        <dsp:cNvPr id="0" name=""/>
        <dsp:cNvSpPr/>
      </dsp:nvSpPr>
      <dsp:spPr>
        <a:xfrm rot="5400000">
          <a:off x="5306008" y="2674754"/>
          <a:ext cx="1009491" cy="12168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C049F-528E-4F19-AB2A-273D2DC3CB4B}">
      <dsp:nvSpPr>
        <dsp:cNvPr id="0" name=""/>
        <dsp:cNvSpPr/>
      </dsp:nvSpPr>
      <dsp:spPr>
        <a:xfrm>
          <a:off x="5538045" y="2030220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Daily Budget: $20</a:t>
          </a:r>
        </a:p>
      </dsp:txBody>
      <dsp:txXfrm>
        <a:off x="5561806" y="2053981"/>
        <a:ext cx="1304572" cy="763734"/>
      </dsp:txXfrm>
    </dsp:sp>
    <dsp:sp modelId="{22269AAF-F5D6-49E2-AD77-E225F4C7F45D}">
      <dsp:nvSpPr>
        <dsp:cNvPr id="0" name=""/>
        <dsp:cNvSpPr/>
      </dsp:nvSpPr>
      <dsp:spPr>
        <a:xfrm>
          <a:off x="5813043" y="3181789"/>
          <a:ext cx="1793706" cy="12168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FA6360-A231-4877-A0C9-07024022912F}">
      <dsp:nvSpPr>
        <dsp:cNvPr id="0" name=""/>
        <dsp:cNvSpPr/>
      </dsp:nvSpPr>
      <dsp:spPr>
        <a:xfrm>
          <a:off x="5538045" y="3044290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Monthly Budget: $600</a:t>
          </a:r>
        </a:p>
      </dsp:txBody>
      <dsp:txXfrm>
        <a:off x="5561806" y="3068051"/>
        <a:ext cx="1304572" cy="763734"/>
      </dsp:txXfrm>
    </dsp:sp>
    <dsp:sp modelId="{84D7248D-8D9C-434A-AB25-27720072AB8D}">
      <dsp:nvSpPr>
        <dsp:cNvPr id="0" name=""/>
        <dsp:cNvSpPr/>
      </dsp:nvSpPr>
      <dsp:spPr>
        <a:xfrm rot="16200000">
          <a:off x="7104293" y="2674754"/>
          <a:ext cx="1009491" cy="12168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FC079F-A7FF-4749-AE83-B472B214D0FE}">
      <dsp:nvSpPr>
        <dsp:cNvPr id="0" name=""/>
        <dsp:cNvSpPr/>
      </dsp:nvSpPr>
      <dsp:spPr>
        <a:xfrm>
          <a:off x="7336330" y="3044290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Bidding Strategy</a:t>
          </a:r>
        </a:p>
      </dsp:txBody>
      <dsp:txXfrm>
        <a:off x="7360091" y="3068051"/>
        <a:ext cx="1304572" cy="763734"/>
      </dsp:txXfrm>
    </dsp:sp>
    <dsp:sp modelId="{EC9B54D4-B824-4BEB-8B77-CE3C92117193}">
      <dsp:nvSpPr>
        <dsp:cNvPr id="0" name=""/>
        <dsp:cNvSpPr/>
      </dsp:nvSpPr>
      <dsp:spPr>
        <a:xfrm rot="16200000">
          <a:off x="7104293" y="1660683"/>
          <a:ext cx="1009491" cy="121688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A9514-99BF-4271-9342-E16011E73EE2}">
      <dsp:nvSpPr>
        <dsp:cNvPr id="0" name=""/>
        <dsp:cNvSpPr/>
      </dsp:nvSpPr>
      <dsp:spPr>
        <a:xfrm>
          <a:off x="7336330" y="2030220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Maximize Clicks</a:t>
          </a:r>
        </a:p>
      </dsp:txBody>
      <dsp:txXfrm>
        <a:off x="7360091" y="2053981"/>
        <a:ext cx="1304572" cy="763734"/>
      </dsp:txXfrm>
    </dsp:sp>
    <dsp:sp modelId="{0E421A2B-786B-46AD-92EF-D6531B27C288}">
      <dsp:nvSpPr>
        <dsp:cNvPr id="0" name=""/>
        <dsp:cNvSpPr/>
      </dsp:nvSpPr>
      <dsp:spPr>
        <a:xfrm>
          <a:off x="7336330" y="1016149"/>
          <a:ext cx="1352094" cy="8112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Maximize Conversions</a:t>
          </a:r>
        </a:p>
      </dsp:txBody>
      <dsp:txXfrm>
        <a:off x="7360091" y="1039910"/>
        <a:ext cx="1304572" cy="7637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32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78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33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90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68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83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3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0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03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16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9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694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5324" y="871758"/>
            <a:ext cx="10283452" cy="3871143"/>
          </a:xfrm>
        </p:spPr>
        <p:txBody>
          <a:bodyPr>
            <a:normAutofit/>
          </a:bodyPr>
          <a:lstStyle/>
          <a:p>
            <a:r>
              <a:rPr lang="en-US" sz="6600">
                <a:ea typeface="+mj-lt"/>
                <a:cs typeface="+mj-lt"/>
              </a:rPr>
              <a:t>Google Ads Campaign for Skill Boost Academy</a:t>
            </a:r>
            <a:endParaRPr lang="en-US" sz="66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8426" y="4742900"/>
            <a:ext cx="6991776" cy="104829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Prepared By:</a:t>
            </a:r>
            <a:endParaRPr lang="en-US" sz="2200"/>
          </a:p>
          <a:p>
            <a:r>
              <a:rPr lang="en-US" sz="2200">
                <a:ea typeface="+mn-lt"/>
                <a:cs typeface="+mn-lt"/>
              </a:rPr>
              <a:t>Shaik Mohammad Shaheed</a:t>
            </a:r>
            <a:endParaRPr lang="en-US" sz="2200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3D7588-F63C-CA3B-09E5-747A5566D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>
                <a:ea typeface="+mj-lt"/>
                <a:cs typeface="+mj-lt"/>
              </a:rPr>
              <a:t>Introduction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7EC97-3CE6-9747-5234-06F8F99C2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6844892" cy="563971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• Skill Boost Academy is an imaginary e-learning platform designed to provide online courses for students and professionals.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• This project focuses on creating a Google Ads campaign to promote online courses and attract potential learners.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• The campaign aims to increase website traffic, generate leads, and improve course enrollments.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• Courses promoted include Digital Marketing, Artificial Intelligence, Python Programming, and Data Analytics.</a:t>
            </a:r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600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F7790-DDC9-1A11-DD75-18E9872C0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Campaign Objectives &amp; Target Audience</a:t>
            </a:r>
            <a:endParaRPr lang="en-US" sz="320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Content Placeholder 2">
            <a:extLst>
              <a:ext uri="{FF2B5EF4-FFF2-40B4-BE49-F238E27FC236}">
                <a16:creationId xmlns:a16="http://schemas.microsoft.com/office/drawing/2014/main" id="{4C3AC85C-54FE-E4D0-47D8-A37F475E59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5729476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00857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636720-CE67-C399-F224-7A4907A82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/>
              <a:t>Campaign Strategy &amp; Keyword Strategy</a:t>
            </a:r>
          </a:p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60842425-A451-F128-056A-40C8F0B688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3003009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959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0CD40-7F9F-9F46-8803-A25F14F0F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Ad Content &amp; Targeting</a:t>
            </a:r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06390B2-D18C-5C1B-A807-4BBB088D6D88}"/>
              </a:ext>
            </a:extLst>
          </p:cNvPr>
          <p:cNvCxnSpPr/>
          <p:nvPr/>
        </p:nvCxnSpPr>
        <p:spPr>
          <a:xfrm>
            <a:off x="5796052" y="1720072"/>
            <a:ext cx="23004" cy="4149305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5" name="Content Placeholder 134">
            <a:extLst>
              <a:ext uri="{FF2B5EF4-FFF2-40B4-BE49-F238E27FC236}">
                <a16:creationId xmlns:a16="http://schemas.microsoft.com/office/drawing/2014/main" id="{8085229E-95C1-12B3-6A13-49B6B1034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934445"/>
            <a:ext cx="5026586" cy="365363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b="1">
                <a:ea typeface="+mn-lt"/>
                <a:cs typeface="+mn-lt"/>
              </a:rPr>
              <a:t>Sample Ad Headlines</a:t>
            </a:r>
            <a:endParaRPr lang="en-US" b="1"/>
          </a:p>
          <a:p>
            <a:pPr>
              <a:buNone/>
            </a:pPr>
            <a:endParaRPr lang="en-US" b="1"/>
          </a:p>
          <a:p>
            <a:pPr>
              <a:buNone/>
            </a:pPr>
            <a:r>
              <a:rPr lang="en-US" b="1">
                <a:ea typeface="+mn-lt"/>
                <a:cs typeface="+mn-lt"/>
              </a:rPr>
              <a:t>• </a:t>
            </a:r>
            <a:r>
              <a:rPr lang="en-US">
                <a:ea typeface="+mn-lt"/>
                <a:cs typeface="+mn-lt"/>
              </a:rPr>
              <a:t>Learn Digital Marketing Online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AI &amp; Python Courses with Certificates</a:t>
            </a: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• Upgrade Your Skills Today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58D05CA-EECE-2178-0BD2-63D9EAEF48A1}"/>
              </a:ext>
            </a:extLst>
          </p:cNvPr>
          <p:cNvSpPr txBox="1"/>
          <p:nvPr/>
        </p:nvSpPr>
        <p:spPr>
          <a:xfrm>
            <a:off x="6042765" y="1712071"/>
            <a:ext cx="274320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Target Locations</a:t>
            </a:r>
            <a:endParaRPr lang="en-US" b="1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India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Hyderabad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Bengaluru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Chennai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Mumbai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Delhi</a:t>
            </a:r>
            <a:endParaRPr lang="en-US"/>
          </a:p>
          <a:p>
            <a:pPr algn="l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6E8C002-D4A4-DD92-8C63-02730DC30743}"/>
              </a:ext>
            </a:extLst>
          </p:cNvPr>
          <p:cNvSpPr txBox="1"/>
          <p:nvPr/>
        </p:nvSpPr>
        <p:spPr>
          <a:xfrm>
            <a:off x="8505567" y="1717511"/>
            <a:ext cx="27432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Call to Action (CTA)</a:t>
            </a:r>
            <a:endParaRPr lang="en-US" b="1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Enroll Now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Get Certified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Start Learning Today</a:t>
            </a:r>
            <a:endParaRPr lang="en-US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E07BBCCB-D0E3-7863-96A6-A461289EBA79}"/>
              </a:ext>
            </a:extLst>
          </p:cNvPr>
          <p:cNvCxnSpPr/>
          <p:nvPr/>
        </p:nvCxnSpPr>
        <p:spPr>
          <a:xfrm>
            <a:off x="8266262" y="1717377"/>
            <a:ext cx="8627" cy="414930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6072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5F09-0C85-3B6F-00CF-18B685E61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Learning Outcomes &amp; 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EFF90-92F3-FB6C-F689-CE76C1445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Learning Outcomes</a:t>
            </a:r>
            <a:endParaRPr lang="en-US" b="1"/>
          </a:p>
          <a:p>
            <a:endParaRPr lang="en-US" b="1"/>
          </a:p>
          <a:p>
            <a:r>
              <a:rPr lang="en-US">
                <a:ea typeface="+mn-lt"/>
                <a:cs typeface="+mn-lt"/>
              </a:rPr>
              <a:t>• Learned Google Ads campaign planning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Understood keyword research techniques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Gained knowledge about audience targeting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Learned ad creation and budget planning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Improved digital marketing skills</a:t>
            </a:r>
            <a:endParaRPr lang="en-US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36B3F-1880-9B39-3A75-C9EA1AFF653E}"/>
              </a:ext>
            </a:extLst>
          </p:cNvPr>
          <p:cNvSpPr txBox="1"/>
          <p:nvPr/>
        </p:nvSpPr>
        <p:spPr>
          <a:xfrm>
            <a:off x="5398115" y="1990680"/>
            <a:ext cx="5978104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Conclusion</a:t>
            </a:r>
            <a:endParaRPr lang="en-US" b="1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The Google Ads campaign successfully demonstrated how online advertising can increase website traffic, generate leads, and improve brand awareness.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• The project provided valuable practical experience in Google Ads campaign management.</a:t>
            </a:r>
            <a:endParaRPr lang="en-US"/>
          </a:p>
          <a:p>
            <a:endParaRPr lang="en-US"/>
          </a:p>
          <a:p>
            <a:r>
              <a:rPr lang="en-US">
                <a:ea typeface="+mn-lt"/>
                <a:cs typeface="+mn-lt"/>
              </a:rPr>
              <a:t>Thank You</a:t>
            </a:r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0C22D60-5368-5EB3-0F38-AF424B8FF20A}"/>
              </a:ext>
            </a:extLst>
          </p:cNvPr>
          <p:cNvCxnSpPr/>
          <p:nvPr/>
        </p:nvCxnSpPr>
        <p:spPr>
          <a:xfrm>
            <a:off x="4688996" y="2007619"/>
            <a:ext cx="66136" cy="3919267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61331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ChronicleVTI</vt:lpstr>
      <vt:lpstr>Google Ads Campaign for Skill Boost Academy</vt:lpstr>
      <vt:lpstr>Introduction</vt:lpstr>
      <vt:lpstr>Campaign Objectives &amp; Target Audience</vt:lpstr>
      <vt:lpstr>Campaign Strategy &amp; Keyword Strategy </vt:lpstr>
      <vt:lpstr>Ad Content &amp; Targeting</vt:lpstr>
      <vt:lpstr>Learning Outcomes &amp;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2026-06-18T01:30:00Z</dcterms:created>
  <dcterms:modified xsi:type="dcterms:W3CDTF">2026-06-18T02:21:05Z</dcterms:modified>
</cp:coreProperties>
</file>